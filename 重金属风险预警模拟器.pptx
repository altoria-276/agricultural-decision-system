
<file path=[Content_Types].xml><?xml version="1.0" encoding="utf-8"?>
<Types xmlns="http://schemas.openxmlformats.org/package/2006/content-types">
  <Default Extension="rels" ContentType="application/vnd.openxmlformats-package.relationships+xml"/>
  <Default Extension="xml" ContentType="application/xml"/>
  <Default Extension="xlsx" ContentType="application/vnd.openxmlformats-officedocument.spreadsheetml.sheet"/>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ink/ink2.xml" ContentType="application/inkml+xml"/>
  <Override PartName="/ppt/ink/ink3.xml" ContentType="application/inkml+xml"/>
  <Override PartName="/ppt/ink/ink4.xml" ContentType="application/inkml+xml"/>
  <Override PartName="/ppt/slides/slide3.xml" ContentType="application/vnd.openxmlformats-officedocument.presentationml.slide+xml"/>
  <Override PartName="/ppt/ink/ink6.xml" ContentType="application/inkml+xml"/>
  <Override PartName="/ppt/ink/ink7.xml" ContentType="application/inkml+xml"/>
  <Override PartName="/ppt/ink/ink8.xml" ContentType="application/inkml+xml"/>
  <Override PartName="/ppt/ink/ink9.xml" ContentType="application/inkml+xml"/>
  <Override PartName="/ppt/slides/slide4.xml" ContentType="application/vnd.openxmlformats-officedocument.presentationml.slide+xml"/>
  <Override PartName="/ppt/slides/slide5.xml" ContentType="application/vnd.openxmlformats-officedocument.presentationml.slide+xml"/>
  <Override PartName="/ppt/ink/ink10.xml" ContentType="application/inkml+xml"/>
  <Override PartName="/ppt/slides/slide6.xml" ContentType="application/vnd.openxmlformats-officedocument.presentationml.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slides/slide7.xml" ContentType="application/vnd.openxmlformats-officedocument.presentationml.slide+xml"/>
  <Override PartName="/ppt/ink/ink11.xml" ContentType="application/inkml+xml"/>
  <Override PartName="/ppt/ink/ink12.xml" ContentType="application/inkml+xml"/>
  <Override PartName="/ppt/ink/ink14.xml" ContentType="application/inkml+xml"/>
  <Override PartName="/ppt/ink/ink15.xml" ContentType="application/inkml+xml"/>
  <Override PartName="/ppt/slides/slide8.xml" ContentType="application/vnd.openxmlformats-officedocument.presentationml.slide+xml"/>
  <Override PartName="/ppt/slides/slide9.xml" ContentType="application/vnd.openxmlformats-officedocument.presentationml.slide+xml"/>
  <Override PartName="/ppt/ink/ink13.xml" ContentType="application/inkml+xml"/>
  <Override PartName="/ppt/slides/slide10.xml" ContentType="application/vnd.openxmlformats-officedocument.presentationml.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slides/slide11.xml" ContentType="application/vnd.openxmlformats-officedocument.presentationml.slide+xml"/>
  <Override PartName="/ppt/ink/ink16.xml" ContentType="application/inkml+xml"/>
  <Override PartName="/ppt/ink/ink17.xml" ContentType="application/inkml+xml"/>
  <Override PartName="/ppt/ink/ink18.xml" ContentType="application/inkml+xml"/>
  <Override PartName="/ppt/ink/ink19.xml" ContentType="application/inkml+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Lst>
  <p:sldSz type="screen16x9" cy="6858000" cx="12192000"/>
  <p:notesSz cx="6858000" cy="9144000"/>
  <p:defaultTextStyle>
    <a:defPPr>
      <a:defRPr lang="zh-CN"/>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horzBarState="maximized">
    <p:restoredLeft sz="15987" autoAdjust="0"/>
    <p:restoredTop sz="94660"/>
  </p:normalViewPr>
  <p:slideViewPr>
    <p:cSldViewPr snapToGrid="0">
      <p:cViewPr varScale="1">
        <p:scale>
          <a:sx n="116" d="100"/>
          <a:sy n="116" d="100"/>
        </p:scale>
        <p:origin x="336" y="108"/>
      </p:cViewPr>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tableStyles" Target="tableStyles.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Office_Excel_2007_Workbook1.xlsx"/><Relationship Id="rId2" Type="http://schemas.microsoft.com/office/2011/relationships/chartStyle" Target="style1.xml"/><Relationship Id="rId3" Type="http://schemas.microsoft.com/office/2011/relationships/chartColorStyle" Target="colors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Office_Excel_2007_Workbook2.xlsx"/><Relationship Id="rId2" Type="http://schemas.microsoft.com/office/2011/relationships/chartStyle" Target="style2.xml"/><Relationship Id="rId3" Type="http://schemas.microsoft.com/office/2011/relationships/chartColorStyle" Target="colors2.xm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Office_Excel_2007_Workbook3.xlsx"/><Relationship Id="rId2" Type="http://schemas.microsoft.com/office/2011/relationships/chartStyle" Target="style3.xml"/><Relationship Id="rId3" Type="http://schemas.microsoft.com/office/2011/relationships/chartColorStyle" Target="colors3.xml"/></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Office_Excel_2007_Workbook4.xlsx"/><Relationship Id="rId2" Type="http://schemas.microsoft.com/office/2011/relationships/chartStyle" Target="style4.xml"/><Relationship Id="rId3" Type="http://schemas.microsoft.com/office/2011/relationships/chartColorStyle" Target="colors4.xml"/></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Office_Excel_2007_Workbook5.xlsx"/><Relationship Id="rId2" Type="http://schemas.microsoft.com/office/2011/relationships/chartStyle" Target="style5.xml"/><Relationship Id="rId3" Type="http://schemas.microsoft.com/office/2011/relationships/chartColorStyle" Target="colors5.xml"/></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Office_Excel_2007_Workbook6.xlsx"/><Relationship Id="rId2" Type="http://schemas.microsoft.com/office/2011/relationships/chartStyle" Target="style6.xml"/><Relationship Id="rId3" Type="http://schemas.microsoft.com/office/2011/relationships/chartColorStyle" Target="colors6.xml"/></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Office_Excel_2007_Workbook7.xlsx"/><Relationship Id="rId2" Type="http://schemas.microsoft.com/office/2011/relationships/chartStyle" Target="style7.xml"/><Relationship Id="rId3" Type="http://schemas.microsoft.com/office/2011/relationships/chartColorStyle" Target="colors7.xml"/></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Office_Excel_2007_Workbook8.xlsx"/><Relationship Id="rId2" Type="http://schemas.microsoft.com/office/2011/relationships/chartStyle" Target="style8.xml"/><Relationship Id="rId3" Type="http://schemas.microsoft.com/office/2011/relationships/chartColorStyle" Target="colors8.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depthPercent val="100"/>
      <c:rAngAx val="0"/>
    </c:view3D>
    <c:floor>
      <c:thickness val="0"/>
      <c:spPr>
        <a:noFill/>
        <a:effectLst/>
      </c:spPr>
    </c:floor>
    <c:sideWall>
      <c:thickness val="0"/>
      <c:spPr>
        <a:noFill/>
        <a:effectLst/>
      </c:spPr>
    </c:sideWall>
    <c:backWall>
      <c:thickness val="0"/>
      <c:spPr>
        <a:noFill/>
        <a:effectLst/>
      </c:spPr>
    </c:backWall>
    <c:plotArea>
      <c:layout/>
      <c:pie3DChart>
        <c:varyColors val="1"/>
        <c:ser>
          <c:idx val="0"/>
          <c:order val="0"/>
          <c:tx>
            <c:strRef>
              <c:f>Sheet1!$B$1</c:f>
              <c:strCache>
                <c:ptCount val="1"/>
                <c:pt idx="0">
                  <c:v>列1</c:v>
                </c:pt>
              </c:strCache>
            </c:strRef>
          </c:tx>
          <c:spPr>
            <a:scene3d>
              <a:camera prst="orthographicFront"/>
              <a:lightRig dir="t" rig="threePt"/>
            </a:scene3d>
            <a:sp3d contourW="9525"/>
          </c:spPr>
          <c:explosion val="0"/>
          <c:dPt>
            <c:idx val="0"/>
            <c:bubble3D val="0"/>
            <c:spPr>
              <a:solidFill>
                <a:schemeClr val="accent1"/>
              </a:solidFill>
              <a:ln>
                <a:solidFill>
                  <a:schemeClr val="bg1"/>
                </a:solidFill>
              </a:ln>
              <a:effectLst/>
              <a:scene3d>
                <a:camera prst="orthographicFront"/>
                <a:lightRig dir="t" rig="threePt"/>
              </a:scene3d>
              <a:sp3d contourW="9525"/>
            </c:spPr>
          </c:dPt>
          <c:dPt>
            <c:idx val="1"/>
            <c:bubble3D val="0"/>
            <c:spPr>
              <a:solidFill>
                <a:schemeClr val="accent2"/>
              </a:solidFill>
              <a:ln>
                <a:solidFill>
                  <a:schemeClr val="bg1"/>
                </a:solidFill>
              </a:ln>
              <a:effectLst/>
              <a:scene3d>
                <a:camera prst="orthographicFront"/>
                <a:lightRig dir="t" rig="threePt"/>
              </a:scene3d>
              <a:sp3d contourW="9525"/>
            </c:spPr>
          </c:dPt>
          <c:dPt>
            <c:idx val="2"/>
            <c:bubble3D val="0"/>
            <c:spPr>
              <a:solidFill>
                <a:schemeClr val="accent3"/>
              </a:solidFill>
              <a:ln>
                <a:solidFill>
                  <a:schemeClr val="bg1"/>
                </a:solidFill>
              </a:ln>
              <a:effectLst/>
              <a:scene3d>
                <a:camera prst="orthographicFront"/>
                <a:lightRig dir="t" rig="threePt"/>
              </a:scene3d>
              <a:sp3d contourW="9525"/>
            </c:spPr>
          </c:dPt>
          <c:dPt>
            <c:idx val="3"/>
            <c:bubble3D val="0"/>
            <c:spPr>
              <a:solidFill>
                <a:schemeClr val="accent4"/>
              </a:solidFill>
              <a:ln>
                <a:solidFill>
                  <a:schemeClr val="bg1"/>
                </a:solidFill>
              </a:ln>
              <a:effectLst/>
              <a:scene3d>
                <a:camera prst="orthographicFront"/>
                <a:lightRig dir="t" rig="threePt"/>
              </a:scene3d>
              <a:sp3d contourW="9525"/>
            </c:spPr>
          </c:dPt>
          <c:dPt>
            <c:idx val="4"/>
            <c:bubble3D val="0"/>
            <c:spPr>
              <a:solidFill>
                <a:schemeClr val="accent5"/>
              </a:solidFill>
              <a:ln>
                <a:solidFill>
                  <a:schemeClr val="bg1"/>
                </a:solidFill>
              </a:ln>
              <a:effectLst/>
              <a:scene3d>
                <a:camera prst="orthographicFront"/>
                <a:lightRig dir="t" rig="threePt"/>
              </a:scene3d>
              <a:sp3d contourW="9525"/>
            </c:spPr>
          </c:dPt>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bestFit"/>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大气沉降</c:v>
                </c:pt>
                <c:pt idx="1">
                  <c:v>降水</c:v>
                </c:pt>
                <c:pt idx="2">
                  <c:v>灌溉水</c:v>
                </c:pt>
                <c:pt idx="3">
                  <c:v>肥料</c:v>
                </c:pt>
                <c:pt idx="4">
                  <c:v>农药</c:v>
                </c:pt>
              </c:strCache>
            </c:strRef>
          </c:cat>
          <c:val>
            <c:numRef>
              <c:f>Sheet1!$B$2:$B$6</c:f>
              <c:numCache>
                <c:formatCode>General</c:formatCode>
                <c:ptCount val="5"/>
                <c:pt idx="0">
                  <c:v>8.2</c:v>
                </c:pt>
                <c:pt idx="1">
                  <c:v>3.2</c:v>
                </c:pt>
                <c:pt idx="2">
                  <c:v>1.4</c:v>
                </c:pt>
                <c:pt idx="3">
                  <c:v>1.2</c:v>
                </c:pt>
                <c:pt idx="4">
                  <c:v>1.0</c:v>
                </c:pt>
              </c:numCache>
            </c:numRef>
          </c:val>
        </c:ser>
        <c:dLbls>
          <c:showLegendKey val="0"/>
          <c:showVal val="1"/>
          <c:showCatName val="0"/>
          <c:showSerName val="0"/>
          <c:showPercent val="0"/>
          <c:showBubbleSize val="0"/>
        </c:dLbls>
      </c:pie3DChart>
      <c:spPr>
        <a:noFill/>
        <a:ln>
          <a:noFill/>
        </a:ln>
        <a:effectLst/>
      </c:spPr>
    </c:plotArea>
    <c:legend>
      <c:legendPos val="t"/>
      <c:layout>
        <c:manualLayout>
          <c:xMode val="edge"/>
          <c:yMode val="edge"/>
          <c:x val="0.257692828277431"/>
          <c:y val="0.85760102629891"/>
        </c:manualLayout>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depthPercent val="100"/>
      <c:rAngAx val="0"/>
    </c:view3D>
    <c:floor>
      <c:thickness val="0"/>
      <c:spPr>
        <a:noFill/>
        <a:effectLst/>
      </c:spPr>
    </c:floor>
    <c:sideWall>
      <c:thickness val="0"/>
      <c:spPr>
        <a:noFill/>
        <a:effectLst/>
      </c:spPr>
    </c:sideWall>
    <c:backWall>
      <c:thickness val="0"/>
      <c:spPr>
        <a:noFill/>
        <a:effectLst/>
      </c:spPr>
    </c:backWall>
    <c:plotArea>
      <c:layout>
        <c:manualLayout>
          <c:layoutTarget val="inner"/>
          <c:xMode val="edge"/>
          <c:yMode val="edge"/>
          <c:x val="0.0879871382636656"/>
          <c:y val="0.175915191596966"/>
          <c:w val="0.830199356913183"/>
          <c:h val="0.731421902353628"/>
        </c:manualLayout>
      </c:layout>
      <c:pie3DChart>
        <c:varyColors val="1"/>
        <c:ser>
          <c:idx val="0"/>
          <c:order val="0"/>
          <c:tx>
            <c:strRef>
              <c:f>Sheet1!$B$1</c:f>
              <c:strCache>
                <c:ptCount val="1"/>
                <c:pt idx="0">
                  <c:v>列1</c:v>
                </c:pt>
              </c:strCache>
            </c:strRef>
          </c:tx>
          <c:spPr>
            <a:scene3d>
              <a:camera prst="orthographicFront"/>
              <a:lightRig dir="t" rig="threePt"/>
            </a:scene3d>
            <a:sp3d contourW="9525"/>
          </c:spPr>
          <c:explosion val="0"/>
          <c:dPt>
            <c:idx val="0"/>
            <c:bubble3D val="0"/>
            <c:spPr>
              <a:solidFill>
                <a:schemeClr val="accent1"/>
              </a:solidFill>
              <a:ln>
                <a:solidFill>
                  <a:schemeClr val="bg1"/>
                </a:solidFill>
              </a:ln>
              <a:effectLst/>
              <a:scene3d>
                <a:camera prst="orthographicFront"/>
                <a:lightRig dir="t" rig="threePt"/>
              </a:scene3d>
              <a:sp3d contourW="9525"/>
            </c:spPr>
          </c:dPt>
          <c:dPt>
            <c:idx val="1"/>
            <c:bubble3D val="0"/>
            <c:spPr>
              <a:solidFill>
                <a:schemeClr val="accent2"/>
              </a:solidFill>
              <a:ln>
                <a:solidFill>
                  <a:schemeClr val="bg1"/>
                </a:solidFill>
              </a:ln>
              <a:effectLst/>
              <a:scene3d>
                <a:camera prst="orthographicFront"/>
                <a:lightRig dir="t" rig="threePt"/>
              </a:scene3d>
              <a:sp3d contourW="9525"/>
            </c:spPr>
          </c:dPt>
          <c:dPt>
            <c:idx val="2"/>
            <c:bubble3D val="0"/>
            <c:spPr>
              <a:solidFill>
                <a:schemeClr val="accent3"/>
              </a:solidFill>
              <a:ln>
                <a:solidFill>
                  <a:schemeClr val="bg1"/>
                </a:solidFill>
              </a:ln>
              <a:effectLst/>
              <a:scene3d>
                <a:camera prst="orthographicFront"/>
                <a:lightRig dir="t" rig="threePt"/>
              </a:scene3d>
              <a:sp3d contourW="9525"/>
            </c:spPr>
          </c:dPt>
          <c:dPt>
            <c:idx val="3"/>
            <c:bubble3D val="0"/>
            <c:spPr>
              <a:solidFill>
                <a:schemeClr val="accent4"/>
              </a:solidFill>
              <a:ln>
                <a:solidFill>
                  <a:schemeClr val="bg1"/>
                </a:solidFill>
              </a:ln>
              <a:effectLst/>
              <a:scene3d>
                <a:camera prst="orthographicFront"/>
                <a:lightRig dir="t" rig="threePt"/>
              </a:scene3d>
              <a:sp3d contourW="9525"/>
            </c:spPr>
          </c:dPt>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bestFit"/>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籽粒富集</c:v>
                </c:pt>
                <c:pt idx="1">
                  <c:v>秸秆移除</c:v>
                </c:pt>
                <c:pt idx="2">
                  <c:v>地表径流带出</c:v>
                </c:pt>
                <c:pt idx="3">
                  <c:v>地下渗滤</c:v>
                </c:pt>
              </c:strCache>
            </c:strRef>
          </c:cat>
          <c:val>
            <c:numRef>
              <c:f>Sheet1!$B$2:$B$5</c:f>
              <c:numCache>
                <c:formatCode>General</c:formatCode>
                <c:ptCount val="4"/>
                <c:pt idx="0">
                  <c:v>8.2</c:v>
                </c:pt>
                <c:pt idx="1">
                  <c:v>3.2</c:v>
                </c:pt>
                <c:pt idx="2">
                  <c:v>1.4</c:v>
                </c:pt>
                <c:pt idx="3">
                  <c:v>1.2</c:v>
                </c:pt>
              </c:numCache>
            </c:numRef>
          </c:val>
        </c:ser>
        <c:dLbls>
          <c:showLegendKey val="0"/>
          <c:showVal val="1"/>
          <c:showCatName val="0"/>
          <c:showSerName val="0"/>
          <c:showPercent val="0"/>
          <c:showBubbleSize val="0"/>
        </c:dLbls>
      </c:pie3DChart>
      <c:spPr>
        <a:noFill/>
        <a:ln>
          <a:noFill/>
        </a:ln>
        <a:effectLst/>
      </c:spPr>
    </c:plotArea>
    <c:legend>
      <c:legendPos val="t"/>
      <c:layout>
        <c:manualLayout>
          <c:xMode val="edge"/>
          <c:yMode val="edge"/>
          <c:x val="0.245474178759746"/>
          <c:y val="0.853127188524158"/>
        </c:manualLayout>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dLbls>
            <c:delete val="1"/>
          </c:dLbls>
          <c:cat>
            <c:strRef>
              <c:f>Sheet1!$A$2</c:f>
              <c:strCache>
                <c:ptCount val="1"/>
                <c:pt idx="0">
                  <c:v>类别 1</c:v>
                </c:pt>
              </c:strCache>
            </c:strRef>
          </c:cat>
          <c:val>
            <c:numRef>
              <c:f>Sheet1!$B$2</c:f>
              <c:numCache>
                <c:formatCode>General</c:formatCode>
                <c:ptCount val="1"/>
                <c:pt idx="0">
                  <c:v>4.3</c:v>
                </c:pt>
              </c:numCache>
            </c:numRef>
          </c:val>
        </c:ser>
        <c:ser>
          <c:idx val="1"/>
          <c:order val="1"/>
          <c:tx>
            <c:strRef>
              <c:f>Sheet1!$C$1</c:f>
              <c:strCache>
                <c:ptCount val="1"/>
                <c:pt idx="0">
                  <c:v>系列 2</c:v>
                </c:pt>
              </c:strCache>
            </c:strRef>
          </c:tx>
          <c:spPr>
            <a:solidFill>
              <a:schemeClr val="accent2"/>
            </a:solidFill>
            <a:ln>
              <a:noFill/>
            </a:ln>
            <a:effectLst/>
          </c:spPr>
          <c:invertIfNegative val="0"/>
          <c:dLbls>
            <c:delete val="1"/>
          </c:dLbls>
          <c:cat>
            <c:strRef>
              <c:f>Sheet1!$A$2</c:f>
              <c:strCache>
                <c:ptCount val="1"/>
                <c:pt idx="0">
                  <c:v>类别 1</c:v>
                </c:pt>
              </c:strCache>
            </c:strRef>
          </c:cat>
          <c:val>
            <c:numRef>
              <c:f>Sheet1!$C$2</c:f>
              <c:numCache>
                <c:formatCode>General</c:formatCode>
                <c:ptCount val="1"/>
                <c:pt idx="0">
                  <c:v>2.4</c:v>
                </c:pt>
              </c:numCache>
            </c:numRef>
          </c:val>
        </c:ser>
        <c:ser>
          <c:idx val="2"/>
          <c:order val="2"/>
          <c:tx>
            <c:strRef>
              <c:f>Sheet1!$D$1</c:f>
              <c:strCache>
                <c:ptCount val="1"/>
                <c:pt idx="0">
                  <c:v>系列 3</c:v>
                </c:pt>
              </c:strCache>
            </c:strRef>
          </c:tx>
          <c:spPr>
            <a:solidFill>
              <a:schemeClr val="accent3"/>
            </a:solidFill>
            <a:ln>
              <a:noFill/>
            </a:ln>
            <a:effectLst/>
          </c:spPr>
          <c:invertIfNegative val="0"/>
          <c:dLbls>
            <c:delete val="1"/>
          </c:dLbls>
          <c:cat>
            <c:strRef>
              <c:f>Sheet1!$A$2</c:f>
              <c:strCache>
                <c:ptCount val="1"/>
                <c:pt idx="0">
                  <c:v>类别 1</c:v>
                </c:pt>
              </c:strCache>
            </c:strRef>
          </c:cat>
          <c:val>
            <c:numRef>
              <c:f>Sheet1!$D$2</c:f>
              <c:numCache>
                <c:formatCode>General</c:formatCode>
                <c:ptCount val="1"/>
                <c:pt idx="0">
                  <c:v>2.0</c:v>
                </c:pt>
              </c:numCache>
            </c:numRef>
          </c:val>
        </c:ser>
        <c:dLbls>
          <c:showLegendKey val="0"/>
          <c:showVal val="0"/>
          <c:showCatName val="0"/>
          <c:showSerName val="0"/>
          <c:showPercent val="0"/>
          <c:showBubbleSize val="0"/>
        </c:dLbls>
        <c:gapWidth val="246"/>
        <c:overlap val="-28"/>
        <c:axId val="949683580"/>
        <c:axId val="636238323"/>
      </c:barChart>
      <c:catAx>
        <c:axId val="949683580"/>
        <c:scaling>
          <c:orientation val="minMax"/>
        </c:scaling>
        <c:delete val="1"/>
        <c:axPos val="b"/>
        <c:majorTickMark val="out"/>
        <c:minorTickMark val="none"/>
        <c:tickLblPos val="nextTo"/>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636238323"/>
        <c:crosses val="autoZero"/>
        <c:auto val="1"/>
        <c:lblAlgn val="ctr"/>
        <c:lblOffset val="100"/>
        <c:noMultiLvlLbl val="0"/>
      </c:catAx>
      <c:valAx>
        <c:axId val="636238323"/>
        <c:scaling>
          <c:orientation val="minMax"/>
        </c:scaling>
        <c:delete val="1"/>
        <c:axPos val="l"/>
        <c:numFmt formatCode="General" sourceLinked="1"/>
        <c:majorTickMark val="out"/>
        <c:minorTickMark val="none"/>
        <c:tickLblPos val="nextTo"/>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949683580"/>
        <c:crosses val="autoZero"/>
        <c:crossBetween val="between"/>
      </c:valAx>
      <c:spPr>
        <a:noFill/>
        <a:ln>
          <a:noFill/>
        </a:ln>
        <a:effectLst/>
      </c:spPr>
    </c:plotArea>
    <c:legend>
      <c:legendPos val="b"/>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depthPercent val="100"/>
      <c:rAngAx val="0"/>
    </c:view3D>
    <c:floor>
      <c:thickness val="0"/>
      <c:spPr>
        <a:noFill/>
        <a:effectLst/>
      </c:spPr>
    </c:floor>
    <c:sideWall>
      <c:thickness val="0"/>
      <c:spPr>
        <a:noFill/>
        <a:effectLst/>
      </c:spPr>
    </c:sideWall>
    <c:backWall>
      <c:thickness val="0"/>
      <c:spPr>
        <a:noFill/>
        <a:effectLst/>
      </c:spPr>
    </c:backWall>
    <c:plotArea>
      <c:layout>
        <c:manualLayout>
          <c:layoutTarget val="inner"/>
          <c:xMode val="edge"/>
          <c:yMode val="edge"/>
          <c:x val="0.164555887842062"/>
          <c:y val="0.260622648163476"/>
          <c:w val="0.830199356913183"/>
          <c:h val="0.731421902353628"/>
        </c:manualLayout>
      </c:layout>
      <c:pie3DChart>
        <c:varyColors val="1"/>
        <c:ser>
          <c:idx val="0"/>
          <c:order val="0"/>
          <c:tx>
            <c:strRef>
              <c:f>Sheet1!$B$1</c:f>
              <c:strCache>
                <c:ptCount val="1"/>
                <c:pt idx="0">
                  <c:v>列1</c:v>
                </c:pt>
              </c:strCache>
            </c:strRef>
          </c:tx>
          <c:spPr>
            <a:scene3d>
              <a:camera prst="orthographicFront"/>
              <a:lightRig dir="t" rig="threePt"/>
            </a:scene3d>
            <a:sp3d contourW="9525"/>
          </c:spPr>
          <c:explosion val="0"/>
          <c:dPt>
            <c:idx val="0"/>
            <c:bubble3D val="0"/>
            <c:spPr>
              <a:solidFill>
                <a:schemeClr val="accent1"/>
              </a:solidFill>
              <a:ln>
                <a:solidFill>
                  <a:schemeClr val="bg1"/>
                </a:solidFill>
              </a:ln>
              <a:effectLst/>
              <a:scene3d>
                <a:camera prst="orthographicFront"/>
                <a:lightRig dir="t" rig="threePt"/>
              </a:scene3d>
              <a:sp3d contourW="9525"/>
            </c:spPr>
          </c:dPt>
          <c:dPt>
            <c:idx val="1"/>
            <c:bubble3D val="0"/>
            <c:spPr>
              <a:solidFill>
                <a:schemeClr val="accent2"/>
              </a:solidFill>
              <a:ln>
                <a:solidFill>
                  <a:schemeClr val="bg1"/>
                </a:solidFill>
              </a:ln>
              <a:effectLst/>
              <a:scene3d>
                <a:camera prst="orthographicFront"/>
                <a:lightRig dir="t" rig="threePt"/>
              </a:scene3d>
              <a:sp3d contourW="9525"/>
            </c:spPr>
          </c:dPt>
          <c:dPt>
            <c:idx val="2"/>
            <c:bubble3D val="0"/>
            <c:spPr>
              <a:solidFill>
                <a:schemeClr val="accent3"/>
              </a:solidFill>
              <a:ln>
                <a:solidFill>
                  <a:schemeClr val="bg1"/>
                </a:solidFill>
              </a:ln>
              <a:effectLst/>
              <a:scene3d>
                <a:camera prst="orthographicFront"/>
                <a:lightRig dir="t" rig="threePt"/>
              </a:scene3d>
              <a:sp3d contourW="9525"/>
            </c:spPr>
          </c:dPt>
          <c:dPt>
            <c:idx val="3"/>
            <c:bubble3D val="0"/>
            <c:spPr>
              <a:solidFill>
                <a:schemeClr val="accent4"/>
              </a:solidFill>
              <a:ln>
                <a:solidFill>
                  <a:schemeClr val="bg1"/>
                </a:solidFill>
              </a:ln>
              <a:effectLst/>
              <a:scene3d>
                <a:camera prst="orthographicFront"/>
                <a:lightRig dir="t" rig="threePt"/>
              </a:scene3d>
              <a:sp3d contourW="9525"/>
            </c:spPr>
          </c:dPt>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bestFit"/>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&lt;1%</c:v>
                </c:pt>
                <c:pt idx="1">
                  <c:v>1-5%</c:v>
                </c:pt>
                <c:pt idx="2">
                  <c:v>5-10%</c:v>
                </c:pt>
                <c:pt idx="3">
                  <c:v>&gt;10%</c:v>
                </c:pt>
              </c:strCache>
            </c:strRef>
          </c:cat>
          <c:val>
            <c:numRef>
              <c:f>Sheet1!$B$2:$B$5</c:f>
              <c:numCache>
                <c:formatCode>General</c:formatCode>
                <c:ptCount val="4"/>
                <c:pt idx="0">
                  <c:v>8.2</c:v>
                </c:pt>
                <c:pt idx="1">
                  <c:v>3.2</c:v>
                </c:pt>
                <c:pt idx="2">
                  <c:v>1.4</c:v>
                </c:pt>
                <c:pt idx="3">
                  <c:v>1.2</c:v>
                </c:pt>
              </c:numCache>
            </c:numRef>
          </c:val>
        </c:ser>
        <c:dLbls>
          <c:showLegendKey val="0"/>
          <c:showVal val="1"/>
          <c:showCatName val="0"/>
          <c:showSerName val="0"/>
          <c:showPercent val="0"/>
          <c:showBubbleSize val="0"/>
        </c:dLbls>
      </c:pie3DChart>
      <c:spPr>
        <a:noFill/>
        <a:ln>
          <a:noFill/>
        </a:ln>
        <a:effectLst/>
      </c:spPr>
    </c:plotArea>
    <c:legend>
      <c:legendPos val="t"/>
      <c:layout>
        <c:manualLayout>
          <c:xMode val="edge"/>
          <c:yMode val="edge"/>
          <c:x val="0.36925040253597"/>
          <c:y val="0.877258718622275"/>
        </c:manualLayout>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9106984969054"/>
          <c:y val="0.0125997480050399"/>
          <c:w val="0.852431476569408"/>
          <c:h val="0.704493910121798"/>
        </c:manualLayout>
      </c:layout>
      <c:stockChart>
        <c:ser>
          <c:idx val="0"/>
          <c:order val="0"/>
          <c:tx>
            <c:strRef>
              <c:f>Sheet1!$B$1</c:f>
              <c:strCache>
                <c:ptCount val="1"/>
                <c:pt idx="0">
                  <c:v>开盘</c:v>
                </c:pt>
              </c:strCache>
            </c:strRef>
          </c:tx>
          <c:spPr>
            <a:ln w="19050" cap="rnd">
              <a:noFill/>
              <a:round/>
            </a:ln>
            <a:effectLst/>
          </c:spPr>
          <c:marker>
            <c:symbol val="none"/>
          </c:marker>
          <c:dLbls>
            <c:delete val="1"/>
          </c:dLbls>
          <c:cat>
            <c:numRef>
              <c:f>Sheet1!$A$2:$A$6</c:f>
              <c:numCache>
                <c:formatCode>yyyy/m/d</c:formatCode>
                <c:ptCount val="5"/>
                <c:pt idx="0">
                  <c:v>37261.0</c:v>
                </c:pt>
                <c:pt idx="1">
                  <c:v>37262.0</c:v>
                </c:pt>
                <c:pt idx="2">
                  <c:v>37263.0</c:v>
                </c:pt>
                <c:pt idx="3">
                  <c:v>37264.0</c:v>
                </c:pt>
                <c:pt idx="4">
                  <c:v>37265.0</c:v>
                </c:pt>
              </c:numCache>
            </c:numRef>
          </c:cat>
          <c:val>
            <c:numRef>
              <c:f>Sheet1!$B$2:$B$6</c:f>
              <c:numCache>
                <c:formatCode>General</c:formatCode>
                <c:ptCount val="5"/>
                <c:pt idx="0">
                  <c:v>44.0</c:v>
                </c:pt>
                <c:pt idx="1">
                  <c:v>25.0</c:v>
                </c:pt>
                <c:pt idx="2">
                  <c:v>38.0</c:v>
                </c:pt>
                <c:pt idx="3">
                  <c:v>50.0</c:v>
                </c:pt>
                <c:pt idx="4">
                  <c:v>34.0</c:v>
                </c:pt>
              </c:numCache>
            </c:numRef>
          </c:val>
          <c:smooth val="0"/>
        </c:ser>
        <c:ser>
          <c:idx val="1"/>
          <c:order val="1"/>
          <c:tx>
            <c:strRef>
              <c:f>Sheet1!$C$1</c:f>
              <c:strCache>
                <c:ptCount val="1"/>
                <c:pt idx="0">
                  <c:v>盘高</c:v>
                </c:pt>
              </c:strCache>
            </c:strRef>
          </c:tx>
          <c:spPr>
            <a:ln w="19050" cap="rnd">
              <a:noFill/>
              <a:round/>
            </a:ln>
            <a:effectLst/>
          </c:spPr>
          <c:marker>
            <c:symbol val="none"/>
          </c:marker>
          <c:dLbls>
            <c:delete val="1"/>
          </c:dLbls>
          <c:cat>
            <c:numRef>
              <c:f>Sheet1!$A$2:$A$6</c:f>
              <c:numCache>
                <c:formatCode>yyyy/m/d</c:formatCode>
                <c:ptCount val="5"/>
                <c:pt idx="0">
                  <c:v>37261.0</c:v>
                </c:pt>
                <c:pt idx="1">
                  <c:v>37262.0</c:v>
                </c:pt>
                <c:pt idx="2">
                  <c:v>37263.0</c:v>
                </c:pt>
                <c:pt idx="3">
                  <c:v>37264.0</c:v>
                </c:pt>
                <c:pt idx="4">
                  <c:v>37265.0</c:v>
                </c:pt>
              </c:numCache>
            </c:numRef>
          </c:cat>
          <c:val>
            <c:numRef>
              <c:f>Sheet1!$C$2:$C$6</c:f>
              <c:numCache>
                <c:formatCode>General</c:formatCode>
                <c:ptCount val="5"/>
                <c:pt idx="0">
                  <c:v>55.0</c:v>
                </c:pt>
                <c:pt idx="1">
                  <c:v>57.0</c:v>
                </c:pt>
                <c:pt idx="2">
                  <c:v>57.0</c:v>
                </c:pt>
                <c:pt idx="3">
                  <c:v>58.0</c:v>
                </c:pt>
                <c:pt idx="4">
                  <c:v>36.0</c:v>
                </c:pt>
              </c:numCache>
            </c:numRef>
          </c:val>
          <c:smooth val="0"/>
        </c:ser>
        <c:ser>
          <c:idx val="2"/>
          <c:order val="2"/>
          <c:tx>
            <c:strRef>
              <c:f>Sheet1!$D$1</c:f>
              <c:strCache>
                <c:ptCount val="1"/>
                <c:pt idx="0">
                  <c:v>盘低</c:v>
                </c:pt>
              </c:strCache>
            </c:strRef>
          </c:tx>
          <c:spPr>
            <a:ln w="19050" cap="rnd">
              <a:noFill/>
              <a:round/>
            </a:ln>
            <a:effectLst/>
          </c:spPr>
          <c:marker>
            <c:symbol val="none"/>
          </c:marker>
          <c:dLbls>
            <c:delete val="1"/>
          </c:dLbls>
          <c:cat>
            <c:numRef>
              <c:f>Sheet1!$A$2:$A$6</c:f>
              <c:numCache>
                <c:formatCode>yyyy/m/d</c:formatCode>
                <c:ptCount val="5"/>
                <c:pt idx="0">
                  <c:v>37261.0</c:v>
                </c:pt>
                <c:pt idx="1">
                  <c:v>37262.0</c:v>
                </c:pt>
                <c:pt idx="2">
                  <c:v>37263.0</c:v>
                </c:pt>
                <c:pt idx="3">
                  <c:v>37264.0</c:v>
                </c:pt>
                <c:pt idx="4">
                  <c:v>37265.0</c:v>
                </c:pt>
              </c:numCache>
            </c:numRef>
          </c:cat>
          <c:val>
            <c:numRef>
              <c:f>Sheet1!$D$2:$D$6</c:f>
              <c:numCache>
                <c:formatCode>General</c:formatCode>
                <c:ptCount val="5"/>
                <c:pt idx="0">
                  <c:v>11.0</c:v>
                </c:pt>
                <c:pt idx="1">
                  <c:v>12.0</c:v>
                </c:pt>
                <c:pt idx="2">
                  <c:v>13.0</c:v>
                </c:pt>
                <c:pt idx="3">
                  <c:v>11.0</c:v>
                </c:pt>
                <c:pt idx="4">
                  <c:v>5.0</c:v>
                </c:pt>
              </c:numCache>
            </c:numRef>
          </c:val>
          <c:smooth val="0"/>
        </c:ser>
        <c:ser>
          <c:idx val="3"/>
          <c:order val="3"/>
          <c:tx>
            <c:strRef>
              <c:f>Sheet1!$E$1</c:f>
              <c:strCache>
                <c:ptCount val="1"/>
                <c:pt idx="0">
                  <c:v>收盘</c:v>
                </c:pt>
              </c:strCache>
            </c:strRef>
          </c:tx>
          <c:spPr>
            <a:ln w="19050" cap="rnd">
              <a:noFill/>
              <a:round/>
            </a:ln>
            <a:effectLst/>
          </c:spPr>
          <c:marker>
            <c:symbol val="none"/>
          </c:marker>
          <c:dLbls>
            <c:delete val="1"/>
          </c:dLbls>
          <c:cat>
            <c:numRef>
              <c:f>Sheet1!$A$2:$A$6</c:f>
              <c:numCache>
                <c:formatCode>yyyy/m/d</c:formatCode>
                <c:ptCount val="5"/>
                <c:pt idx="0">
                  <c:v>37261.0</c:v>
                </c:pt>
                <c:pt idx="1">
                  <c:v>37262.0</c:v>
                </c:pt>
                <c:pt idx="2">
                  <c:v>37263.0</c:v>
                </c:pt>
                <c:pt idx="3">
                  <c:v>37264.0</c:v>
                </c:pt>
                <c:pt idx="4">
                  <c:v>37265.0</c:v>
                </c:pt>
              </c:numCache>
            </c:numRef>
          </c:cat>
          <c:val>
            <c:numRef>
              <c:f>Sheet1!$E$2:$E$6</c:f>
              <c:numCache>
                <c:formatCode>General</c:formatCode>
                <c:ptCount val="5"/>
                <c:pt idx="0">
                  <c:v>25.0</c:v>
                </c:pt>
                <c:pt idx="1">
                  <c:v>38.0</c:v>
                </c:pt>
                <c:pt idx="2">
                  <c:v>50.0</c:v>
                </c:pt>
                <c:pt idx="3">
                  <c:v>34.0</c:v>
                </c:pt>
                <c:pt idx="4">
                  <c:v>18.0</c:v>
                </c:pt>
              </c:numCache>
            </c:numRef>
          </c:val>
          <c:smooth val="0"/>
        </c:ser>
        <c:dLbls>
          <c:showLegendKey val="0"/>
          <c:showVal val="0"/>
          <c:showCatName val="0"/>
          <c:showSerName val="0"/>
          <c:showPercent val="0"/>
          <c:showBubbleSize val="0"/>
        </c:dLbls>
        <c:hiLowLines>
          <c:spPr>
            <a:ln w="19050" cap="flat" cmpd="sng" algn="ctr">
              <a:solidFill>
                <a:schemeClr val="tx1"/>
              </a:solidFill>
              <a:round/>
            </a:ln>
            <a:effectLst/>
          </c:spPr>
        </c:hiLowLines>
        <c:upDownBars>
          <c:gapWidth val="150"/>
          <c:upBars>
            <c:spPr>
              <a:solidFill>
                <a:schemeClr val="bg1"/>
              </a:solidFill>
              <a:ln w="19050" cap="flat" cmpd="sng" algn="ctr">
                <a:solidFill>
                  <a:schemeClr val="accent1"/>
                </a:solidFill>
                <a:round/>
              </a:ln>
              <a:effectLst/>
            </c:spPr>
          </c:upBars>
          <c:downBars>
            <c:spPr>
              <a:solidFill>
                <a:schemeClr val="accent1"/>
              </a:solidFill>
              <a:ln w="9525" cap="flat" cmpd="sng" algn="ctr">
                <a:noFill/>
                <a:round/>
              </a:ln>
              <a:effectLst/>
            </c:spPr>
          </c:downBars>
        </c:upDownBars>
        <c:axId val="353727591"/>
        <c:axId val="74716095"/>
      </c:stockChart>
      <c:dateAx>
        <c:axId val="353727591"/>
        <c:scaling>
          <c:orientation val="minMax"/>
        </c:scaling>
        <c:delete val="0"/>
        <c:axPos val="b"/>
        <c:numFmt formatCode="yyyy/m/d"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74716095"/>
        <c:crosses val="autoZero"/>
        <c:auto val="1"/>
        <c:lblOffset val="100"/>
        <c:baseTimeUnit val="days"/>
      </c:dateAx>
      <c:valAx>
        <c:axId val="74716095"/>
        <c:scaling>
          <c:orientation val="minMax"/>
        </c:scaling>
        <c:delete val="0"/>
        <c:axPos val="l"/>
        <c:majorGridlines>
          <c:spPr>
            <a:ln w="9525" cap="flat" cmpd="sng" algn="ctr">
              <a:solidFill>
                <a:schemeClr val="lt1">
                  <a:lumMod val="90200"/>
                </a:schemeClr>
              </a:solid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353727591"/>
        <c:crosses val="autoZero"/>
        <c:crossBetween val="between"/>
      </c:valAx>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系列 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delete val="1"/>
          </c:dLbls>
          <c:cat>
            <c:numRef>
              <c:f>Sheet1!$A$2:$A$5</c:f>
              <c:numCache>
                <c:formatCode>General</c:formatCode>
                <c:ptCount val="4"/>
                <c:pt idx="0">
                  <c:v>0.0</c:v>
                </c:pt>
                <c:pt idx="1">
                  <c:v>5.0</c:v>
                </c:pt>
                <c:pt idx="2">
                  <c:v>10.0</c:v>
                </c:pt>
                <c:pt idx="3">
                  <c:v>20.0</c:v>
                </c:pt>
              </c:numCache>
            </c:numRef>
          </c:cat>
          <c:val>
            <c:numRef>
              <c:f>Sheet1!$B$2:$B$5</c:f>
              <c:numCache>
                <c:formatCode>General</c:formatCode>
                <c:ptCount val="4"/>
                <c:pt idx="0">
                  <c:v>4.3</c:v>
                </c:pt>
                <c:pt idx="1">
                  <c:v>2.5</c:v>
                </c:pt>
                <c:pt idx="2">
                  <c:v>3.5</c:v>
                </c:pt>
                <c:pt idx="3">
                  <c:v>4.5</c:v>
                </c:pt>
              </c:numCache>
            </c:numRef>
          </c:val>
          <c:smooth val="0"/>
        </c:ser>
        <c:dLbls>
          <c:showLegendKey val="0"/>
          <c:showVal val="0"/>
          <c:showCatName val="0"/>
          <c:showSerName val="0"/>
          <c:showPercent val="0"/>
          <c:showBubbleSize val="0"/>
        </c:dLbls>
        <c:marker val="1"/>
        <c:smooth val="0"/>
        <c:axId val="905284068"/>
        <c:axId val="770152017"/>
      </c:lineChart>
      <c:catAx>
        <c:axId val="905284068"/>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770152017"/>
        <c:crosses val="autoZero"/>
        <c:auto val="1"/>
        <c:lblAlgn val="ctr"/>
        <c:lblOffset val="100"/>
        <c:noMultiLvlLbl val="0"/>
      </c:catAx>
      <c:valAx>
        <c:axId val="770152017"/>
        <c:scaling>
          <c:orientation val="minMax"/>
        </c:scaling>
        <c:delete val="0"/>
        <c:axPos val="l"/>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905284068"/>
        <c:crosses val="autoZero"/>
        <c:crossBetween val="between"/>
      </c:valAx>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系列 1</c:v>
                </c:pt>
              </c:strCache>
            </c:strRef>
          </c:tx>
          <c:spPr>
            <a:ln w="28575" cap="rnd">
              <a:noFill/>
              <a:round/>
            </a:ln>
            <a:effectLst/>
          </c:spPr>
          <c:marker>
            <c:symbol val="circle"/>
            <c:size val="5"/>
            <c:spPr>
              <a:solidFill>
                <a:schemeClr val="accent1"/>
              </a:solidFill>
              <a:ln w="9525">
                <a:solidFill>
                  <a:schemeClr val="accent1"/>
                </a:solidFill>
              </a:ln>
              <a:effectLst/>
            </c:spPr>
          </c:marker>
          <c:dLbls>
            <c:delete val="1"/>
          </c:dLbls>
          <c:trendline>
            <c:spPr>
              <a:ln w="38100" cap="flat">
                <a:solidFill>
                  <a:schemeClr val="accent1"/>
                </a:solidFill>
                <a:prstDash val="sysDot"/>
              </a:ln>
              <a:effectLst/>
            </c:spPr>
            <c:trendlineType val="poly"/>
            <c:order val="2"/>
            <c:dispRSqr val="0"/>
            <c:dispEq val="0"/>
          </c:trendline>
          <c:cat>
            <c:numRef>
              <c:f>Sheet1!$A$2:$A$5</c:f>
              <c:numCache>
                <c:formatCode>General</c:formatCode>
                <c:ptCount val="4"/>
                <c:pt idx="0">
                  <c:v>0.0</c:v>
                </c:pt>
                <c:pt idx="1">
                  <c:v>5.0</c:v>
                </c:pt>
                <c:pt idx="2">
                  <c:v>10.0</c:v>
                </c:pt>
                <c:pt idx="3">
                  <c:v>20.0</c:v>
                </c:pt>
              </c:numCache>
            </c:numRef>
          </c:cat>
          <c:val>
            <c:numRef>
              <c:f>Sheet1!$B$2:$B$5</c:f>
              <c:numCache>
                <c:formatCode>General</c:formatCode>
                <c:ptCount val="4"/>
                <c:pt idx="0">
                  <c:v>4.3</c:v>
                </c:pt>
                <c:pt idx="1">
                  <c:v>2.5</c:v>
                </c:pt>
                <c:pt idx="2">
                  <c:v>3.5</c:v>
                </c:pt>
                <c:pt idx="3">
                  <c:v>4.5</c:v>
                </c:pt>
              </c:numCache>
            </c:numRef>
          </c:val>
          <c:smooth val="0"/>
        </c:ser>
        <c:dLbls>
          <c:showLegendKey val="0"/>
          <c:showVal val="0"/>
          <c:showCatName val="0"/>
          <c:showSerName val="0"/>
          <c:showPercent val="0"/>
          <c:showBubbleSize val="0"/>
        </c:dLbls>
        <c:marker val="1"/>
        <c:smooth val="0"/>
        <c:axId val="905284068"/>
        <c:axId val="770152017"/>
      </c:lineChart>
      <c:catAx>
        <c:axId val="905284068"/>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770152017"/>
        <c:crosses val="autoZero"/>
        <c:auto val="1"/>
        <c:lblAlgn val="ctr"/>
        <c:lblOffset val="100"/>
        <c:noMultiLvlLbl val="0"/>
      </c:catAx>
      <c:valAx>
        <c:axId val="770152017"/>
        <c:scaling>
          <c:orientation val="minMax"/>
        </c:scaling>
        <c:delete val="0"/>
        <c:axPos val="l"/>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905284068"/>
        <c:crosses val="autoZero"/>
        <c:crossBetween val="between"/>
      </c:valAx>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dLbls>
            <c:delete val="1"/>
          </c:dLbls>
          <c:cat>
            <c:strRef>
              <c:f>Sheet1!$A$2</c:f>
              <c:strCache>
                <c:ptCount val="1"/>
                <c:pt idx="0">
                  <c:v>类别 1</c:v>
                </c:pt>
              </c:strCache>
            </c:strRef>
          </c:cat>
          <c:val>
            <c:numRef>
              <c:f>Sheet1!$B$2</c:f>
              <c:numCache>
                <c:formatCode>General</c:formatCode>
                <c:ptCount val="1"/>
                <c:pt idx="0">
                  <c:v>4.3</c:v>
                </c:pt>
              </c:numCache>
            </c:numRef>
          </c:val>
        </c:ser>
        <c:ser>
          <c:idx val="1"/>
          <c:order val="1"/>
          <c:tx>
            <c:strRef>
              <c:f>Sheet1!$C$1</c:f>
              <c:strCache>
                <c:ptCount val="1"/>
                <c:pt idx="0">
                  <c:v>系列 2</c:v>
                </c:pt>
              </c:strCache>
            </c:strRef>
          </c:tx>
          <c:spPr>
            <a:solidFill>
              <a:schemeClr val="accent2"/>
            </a:solidFill>
            <a:ln>
              <a:noFill/>
            </a:ln>
            <a:effectLst/>
          </c:spPr>
          <c:invertIfNegative val="0"/>
          <c:dLbls>
            <c:delete val="1"/>
          </c:dLbls>
          <c:cat>
            <c:strRef>
              <c:f>Sheet1!$A$2</c:f>
              <c:strCache>
                <c:ptCount val="1"/>
                <c:pt idx="0">
                  <c:v>类别 1</c:v>
                </c:pt>
              </c:strCache>
            </c:strRef>
          </c:cat>
          <c:val>
            <c:numRef>
              <c:f>Sheet1!$C$2</c:f>
              <c:numCache>
                <c:formatCode>General</c:formatCode>
                <c:ptCount val="1"/>
                <c:pt idx="0">
                  <c:v>2.4</c:v>
                </c:pt>
              </c:numCache>
            </c:numRef>
          </c:val>
        </c:ser>
        <c:ser>
          <c:idx val="2"/>
          <c:order val="2"/>
          <c:tx>
            <c:strRef>
              <c:f>Sheet1!$D$1</c:f>
              <c:strCache>
                <c:ptCount val="1"/>
                <c:pt idx="0">
                  <c:v>系列 3</c:v>
                </c:pt>
              </c:strCache>
            </c:strRef>
          </c:tx>
          <c:spPr>
            <a:solidFill>
              <a:schemeClr val="accent3"/>
            </a:solidFill>
            <a:ln>
              <a:noFill/>
            </a:ln>
            <a:effectLst/>
          </c:spPr>
          <c:invertIfNegative val="0"/>
          <c:dLbls>
            <c:delete val="1"/>
          </c:dLbls>
          <c:cat>
            <c:strRef>
              <c:f>Sheet1!$A$2</c:f>
              <c:strCache>
                <c:ptCount val="1"/>
                <c:pt idx="0">
                  <c:v>类别 1</c:v>
                </c:pt>
              </c:strCache>
            </c:strRef>
          </c:cat>
          <c:val>
            <c:numRef>
              <c:f>Sheet1!$D$2</c:f>
              <c:numCache>
                <c:formatCode>General</c:formatCode>
                <c:ptCount val="1"/>
                <c:pt idx="0">
                  <c:v>2.0</c:v>
                </c:pt>
              </c:numCache>
            </c:numRef>
          </c:val>
        </c:ser>
        <c:dLbls>
          <c:showLegendKey val="0"/>
          <c:showVal val="0"/>
          <c:showCatName val="0"/>
          <c:showSerName val="0"/>
          <c:showPercent val="0"/>
          <c:showBubbleSize val="0"/>
        </c:dLbls>
        <c:gapWidth val="246"/>
        <c:overlap val="-28"/>
        <c:axId val="949683580"/>
        <c:axId val="636238323"/>
      </c:barChart>
      <c:catAx>
        <c:axId val="949683580"/>
        <c:scaling>
          <c:orientation val="minMax"/>
        </c:scaling>
        <c:delete val="1"/>
        <c:axPos val="b"/>
        <c:majorTickMark val="out"/>
        <c:minorTickMark val="none"/>
        <c:tickLblPos val="nextTo"/>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636238323"/>
        <c:crosses val="autoZero"/>
        <c:auto val="1"/>
        <c:lblAlgn val="ctr"/>
        <c:lblOffset val="100"/>
        <c:noMultiLvlLbl val="0"/>
      </c:catAx>
      <c:valAx>
        <c:axId val="636238323"/>
        <c:scaling>
          <c:orientation val="minMax"/>
        </c:scaling>
        <c:delete val="1"/>
        <c:axPos val="l"/>
        <c:numFmt formatCode="General" sourceLinked="1"/>
        <c:majorTickMark val="out"/>
        <c:minorTickMark val="none"/>
        <c:tickLblPos val="nextTo"/>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949683580"/>
        <c:crosses val="autoZero"/>
        <c:crossBetween val="between"/>
      </c:valAx>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09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styleClr val="auto"/>
    </cs:lnRef>
    <cs:fillRef idx="1">
      <cs:styleClr val="auto"/>
    </cs:fillRef>
    <cs:effectRef idx="0"/>
    <cs:fontRef idx="minor">
      <a:schemeClr val="dk1"/>
    </cs:fontRef>
    <cs:spPr>
      <a:ln>
        <a:solidFill>
          <a:schemeClr val="bg1"/>
        </a:solidFill>
      </a:ln>
      <a:effectLst/>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1009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styleClr val="auto"/>
    </cs:lnRef>
    <cs:fillRef idx="1">
      <cs:styleClr val="auto"/>
    </cs:fillRef>
    <cs:effectRef idx="0"/>
    <cs:fontRef idx="minor">
      <a:schemeClr val="dk1"/>
    </cs:fontRef>
    <cs:spPr>
      <a:ln>
        <a:solidFill>
          <a:schemeClr val="bg1"/>
        </a:solidFill>
      </a:ln>
      <a:effectLst/>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1009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styleClr val="auto"/>
    </cs:lnRef>
    <cs:fillRef idx="1">
      <cs:styleClr val="auto"/>
    </cs:fillRef>
    <cs:effectRef idx="0"/>
    <cs:fontRef idx="minor">
      <a:schemeClr val="dk1"/>
    </cs:fontRef>
    <cs:spPr>
      <a:ln>
        <a:solidFill>
          <a:schemeClr val="bg1"/>
        </a:solidFill>
      </a:ln>
      <a:effectLst/>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10244">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1">
      <a:spAutoFit/>
    </cs:bodyPr>
  </cs:dataLabelCallout>
  <cs:dataPoint>
    <cs:lnRef idx="0">
      <cs:styleClr val="auto"/>
    </cs:lnRef>
    <cs:fillRef idx="1">
      <cs:styleClr val="auto"/>
    </cs:fillRef>
    <cs:effectRef idx="0"/>
    <cs:fontRef idx="minor">
      <a:schemeClr val="dk1"/>
    </cs:fontRef>
    <cs:spPr>
      <a:ln w="19050" cap="rnd">
        <a:noFill/>
        <a:round/>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styleClr val="auto"/>
    </cs:lnRef>
    <cs:fillRef idx="1">
      <cs:styleClr val="auto"/>
    </cs:fillRef>
    <cs:effectRef idx="0"/>
    <cs:fontRef idx="minor">
      <a:schemeClr val="dk1"/>
    </cs:fontRef>
    <cs:spPr>
      <a:ln w="9525" cap="flat" cmpd="sng" algn="ctr">
        <a:noFill/>
        <a:round/>
      </a:ln>
      <a:effectLst/>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styleClr val="auto"/>
    </cs:lnRef>
    <cs:fillRef idx="0">
      <cs:styleClr val="auto"/>
    </cs:fillRef>
    <cs:effectRef idx="0"/>
    <cs:fontRef idx="minor">
      <a:schemeClr val="dk1"/>
    </cs:fontRef>
    <cs:spPr>
      <a:ln w="19050" cap="flat" cmpd="sng" algn="ctr">
        <a:solidFill>
          <a:schemeClr val="tx1"/>
        </a:solidFill>
        <a:round/>
      </a:ln>
      <a:effectLst/>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styleClr val="auto"/>
    </cs:lnRef>
    <cs:fillRef idx="0">
      <cs:styleClr val="auto"/>
    </cs:fillRef>
    <cs:effectRef idx="0"/>
    <cs:fontRef idx="minor">
      <a:schemeClr val="dk1"/>
    </cs:fontRef>
    <cs:spPr>
      <a:solidFill>
        <a:schemeClr val="bg1"/>
      </a:solidFill>
      <a:ln w="19050" cap="flat" cmpd="sng" algn="ctr">
        <a:solidFill>
          <a:schemeClr val="phClr"/>
        </a:solidFill>
        <a:round/>
      </a:ln>
      <a:effectLst/>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10055">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dk1"/>
    </cs:fontRef>
    <cs:spPr>
      <a:ln w="9525">
        <a:solidFill>
          <a:schemeClr val="phClr"/>
        </a:solidFill>
      </a:ln>
      <a:effectLst/>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10055">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dk1"/>
    </cs:fontRef>
    <cs:spPr>
      <a:ln w="9525">
        <a:solidFill>
          <a:schemeClr val="phClr"/>
        </a:solidFill>
      </a:ln>
      <a:effectLst/>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ink/ink2.xml><?xml version="1.0" encoding="utf-8"?>
<ink xmlns="http://www.w3.org/2003/InkML">
  <definitions>
    <brush xml:id="br1">
      <brushProperty name="color" value="#00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14556.361 870.518 1022.999, 14614.669 962.948 1022.679, 14667.063 1036.013 1021.733, 14702.073 1081.972 1021.261, 14773.729 1161.547 1018.956, 14845.005 1227.035 1016.407, 14918.897 1283.463 1013.614, 14974.251 1314.825 1011.805, 15028.856 1341.304 1009.995, 15115.791 1371.129 1007.837, 15169.372 1386.015 1006.758, 15256.837 1402.363 1005.407, 15302.77 1410.454 1004.732, 15350.166 1418.488 1004.057, 15399.033 1426.467 1003.381, 15449.359 1434.39 1002.706, 15507.604 1443.322 1001.835, 15559.782 1451.172 1000.963, 15605.901 1457.939 1000.092, 15679.951 1468.226 998.35, 15750.175 1475.949 788.58, 15828.101 1483.523 648.734, 15876.398 1488.038 578.811, 15930.918 1493.04 508.887, 15991.661 1498.526 438.964, 16058.625 1504.498 369.041, 16131.812 1510.955 299.118, 16211.222 1517.898 229.194</trace>
</ink>
</file>

<file path=ppt/ink/ink3.xml><?xml version="1.0" encoding="utf-8"?>
<ink xmlns="http://www.w3.org/2003/InkML">
  <definitions>
    <brush xml:id="br1">
      <brushProperty name="color" value="#00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15781.651 994.104 1022.999, 15706.354 1055.116 1022.557, 15609.697 1133.317 1021.851, 15529.933 1197.725 1020.092, 15444.541 1266.631 1018.334, 15361.901 1333.286 1016.215, 15286.779 1393.911 1013.738, 15212.386 1453.993 1011.261, 15134.35 1517.253 1007.675, 15053.975 1582.731 1002.981, 14976.069 1646.385 998.287, 14901.038 1707.541 992.878, 14826.134 1768.278 987.469, 14751.538 1828.387 982.824, 14678.337 1886.604 978.945, 14606.712 1942.72 975.065, 14523.038 2007.783 599.216, 14449.107 2065.308 223.366</trace>
</ink>
</file>

<file path=ppt/ink/ink4.xml><?xml version="1.0" encoding="utf-8"?>
<ink xmlns="http://www.w3.org/2003/InkML">
  <definitions>
    <brush xml:id="br1">
      <brushProperty name="color" value="#00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22464.053 17110.885 1022.999, 22393.764 17112.066 1017.308, 22305.904 17113.545 1014.462, 22257.197 17113.643 1011.091, 22207.732 17113.516 1007.72, 22157.514 17113.172 1004.349, 22106.541 17112.604 1000.978, 22054.816 17111.814 997.606, 22002.336 17110.805 994.235, 21949.104 17109.576 990.864, 21902.025 17108.215 988.109, 21854.617 17106.477 985.355, 21806.875 17104.363 982.6, 21758.799 17101.875 979.845, 21710.387 17099.008 977.091, 21661.646 17095.768 974.336, 21612.572 17092.15 971.581, 21563.162 17088.156 968.827, 21510.078 17083.076 966.526, 21457.645 17077.99 964.225, 21405.867 17072.898 961.924, 21354.744 17067.805 959.623, 21304.275 17062.703 957.322, 21254.461 17057.598 955.021, 21205.301 17052.488 952.72, 21151.859 17047.496 950.703, 21099.152 17042.855 948.686, 21047.188 17038.57 946.669, 20995.957 17034.635 944.652, 20945.465 17031.051 942.635, 20895.711 17027.818 940.618, 20848.701 17026.303 939.956, 20802.133 17025.352 939.294, 20756.01 17024.967 938.632, 20665.092 17025.887 937.308, 20575.459 17029.488 936.43, 20484.232 17038.326 935.996, 20437.844 17044.875 935.779, 20390.936 17052.838 935.562, 20343.506 17062.219 935.345, 20278.613 17077.711 791.288, 20198.377 17099.975 647.231, 20152.504 17113.641 575.203, 20102.799 17129.006 503.174, 20049.26 17146.061 431.146, 19991.885 17164.807 359.117, 19930.674 17185.25 287.089, 19865.627 17207.383 215.06</trace>
</ink>
</file>

<file path=ppt/ink/ink6.xml><?xml version="1.0" encoding="utf-8"?>
<ink xmlns="http://www.w3.org/2003/InkML">
  <definitions>
    <brush xml:id="br1">
      <brushProperty name="color" value="#00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22352.389 352.138 1022.999, 22359.146 404.448 1022.962, 22367.941 453.605 1022.69, 22379.326 513.554 1022.419, 22388.693 559.617 1021.792, 22399.9 610.683 1021.166, 22412.936 666.748 1020.54, 22436.998 755.219 1017.727, 22463.559 845.681 1014.914, 22478.369 892.023 1012.615, 22493.645 938.867 1010.316, 22509.387 986.214 1008.017, 22525.594 1034.064 1005.719, 22542.209 1081.088 1003.416, 22559.004 1128.034 1001.113, 22575.982 1174.9 998.81, 22593.145 1221.687 996.507, 22627.664 1312.75 992.567, 22662.6 1402.497 988.627, 22685.449 1457.675 986.525, 22708.064 1510.96 984.423, 22730.439 1562.352 982.321, 22751.357 1608.181 980.772, 22791.168 1692.542 977.674, 22817.826 1739.485 976.339, 22909.432 1827.764 974.114, 23017.758 1808.848 971.135, 23091.926 1761.43 969.372, 23173.164 1701.997 967.609, 23250.635 1630.881 967.015, 23317.16 1557.527 967.592, 23381.188 1484.752 968.168, 23445.191 1407.826 969.864, 23506.572 1330.04 972.68, 23562.006 1257.225 975.495, 23596.475 1210.237 977.09, 23652.875 1132.582 980.281, 23708.738 1061.113 980.27, 23761.33 1009.011 977.915, 23826.994 958.396 975.42, 23912.314 902.173 973.098, 23962.088 870.762 972.093, 24014.479 837.603 971.087, 24090.508 787.605 970.101, 24165.773 735.115 969.253, 24246.141 676.192 968.541, 24292.582 641.296 968.186, 24357.152 593.47 781.761, 24418.023 549.233 657.477, 24493.156 495.115 533.194, 24582.549 431.114 408.911, 24632.588 395.408 346.769, 24686.193 357.231 284.628, 24743.367 316.583 222.486</trace>
</ink>
</file>

<file path=ppt/ink/ink7.xml><?xml version="1.0" encoding="utf-8"?>
<ink xmlns="http://www.w3.org/2003/InkML">
  <definitions>
    <brush xml:id="br1">
      <brushProperty name="color" value="#00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22267.301 812.162 1022.999, 22315.955 866.705 1022.666, 22382.861 945.512 1022.066, 22434.428 1011.379 1020.573, 22492.414 1087.646 1019.079, 22556.812 1174.31 1017.586, 22609.256 1246.957 1015.045, 22665.17 1327.101 1012.504, 22724.559 1414.743 1009.963, 22755.555 1461.376 1008.693, 22787.42 1509.882 1007.423, 22839.451 1597.733 1002.777, 22889.287 1683.663 998.131, 22936.924 1767.672 993.486, 22982.367 1849.762 988.84, 23026.119 1938.838 983.242, 23067.062 2026.401 977.643, 23105.191 2112.452 972.045, 23141.375 2202.155 967.443, 23158.883 2248.72 965.639, 23175.721 2294.608 963.835, 23207.412 2384.341 960.228, 23237.508 2476.612 957.384, 23252.148 2523.834 956.343, 23266.164 2569.858 955.302, 23292.354 2658.304 953.221, 23307.582 2710.804 952.528, 23322.088 2760.748 951.836, 23335.867 2808.134 951.143, 23365.172 2906.474 949.895, 23380.793 2956.645 949.34, 23395.779 3003.477 948.785, 23413.07 3050.984 948.401, 23457.557 3148.542 948.583, 23529.9 3232.564 950.725, 23595.996 3282.719 585.367, 23671.992 3336.015 218.974</trace>
</ink>
</file>

<file path=ppt/ink/ink8.xml><?xml version="1.0" encoding="utf-8"?>
<ink xmlns="http://www.w3.org/2003/InkML">
  <definitions>
    <brush xml:id="br1">
      <brushProperty name="color" value="#00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23907.533 926.595 1022.999, 23857.166 961.22 1022.931, 23797.066 1000.956 1022.869, 23731.078 1043.182 1022.151, 23654.67 1091.656 1021.432, 23567.848 1146.378 1020.713, 23520.531 1176.082 1020.354, 23443.383 1223.389 1018.447, 23363.836 1271.811 1016.539, 23281.895 1321.349 1014.632, 23197.561 1372.002 1012.724, 23110.832 1423.77 1010.817, 23030.5 1471.334 1008.193, 22949.363 1518.889 1005.57, 22867.422 1566.435 1002.946, 22784.68 1613.971 1000.323, 22701.137 1661.499 997.699, 22617.869 1708.256 994.693, 22535.867 1753.962 991.305, 22454.361 1799.281 987.916, 22373.365 1844.215 984.527, 22292.865 1888.763 981.139, 22212.871 1932.926 977.75, 22126.01 1980.679 974.203, 22040.121 2027.88 970.656, 21955.213 2074.529 967.109, 21871.283 2120.626 963.561, 21788.336 2166.17 960.014, 21699.254 2215.377 957.493, 21613.527 2262.862 954.973, 21531.152 2308.624 952.452, 21452.129 2352.664 949.931, 21401.166 2381.421 948.482, 21353.602 2408.343 947.033, 21268.682 2456.682 944.134, 21166.842 2515.352 939.813, 21117.975 2543.73 936.942, 21052.221 2582.683 935.646</trace>
</ink>
</file>

<file path=ppt/ink/ink9.xml><?xml version="1.0" encoding="utf-8"?>
<ink xmlns="http://www.w3.org/2003/InkML">
  <definitions>
    <brush xml:id="br1">
      <brushProperty name="color" value="#00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18257.863 16725.242 1022.999, 18343.518 16712.648 1021.936, 18424.611 16699.973 1018.482, 18516.59 16685.197 1015.028, 18566.66 16677.021 1013.301, 18619.449 16668.318 1011.574, 18709.23 16652.125 1005.615, 18755.18 16643.633 1002.635, 18801.836 16634.883 999.656, 18849.195 16625.867 996.676, 18897.264 16616.59 993.697, 18946.037 16607.051 990.717, 18995.52 16597.25 987.738, 19084.898 16579.129 983.008, 19175.855 16560.082 978.278, 19221.922 16550.209 975.913, 19268.383 16540.104 973.548, 19315.236 16529.768 971.183, 19362.486 16519.199 968.818, 19410.131 16508.4 966.453, 19456.414 16497.936 964.667, 19502.664 16487.541 962.881, 19548.873 16477.211 961.095, 19595.047 16466.949 959.309, 19641.174 16456.754 957.523, 19687.268 16446.625 955.738, 19733.32 16436.564 953.952, 19779.336 16426.572 952.166, 19825.312 16416.645 950.38, 19871.33 16407.264 948.95, 19917.82 16397.938 947.52, 19964.787 16388.66 946.09, 20012.236 16379.438 944.66, 20060.154 16370.268 943.23, 20108.549 16361.146 941.799, 20157.42 16352.079 940.369, 20206.764 16343.064 938.939, 20256.584 16334.101 937.509, 20344.289 16319.7 936.559, 20433.756 16305.302 935.609, 20524.982 16290.903 934.658, 20571.26 16283.704 934.183, 20617.971 16276.507 933.708, 20665.125 16269.308 933.233, 20712.723 16262.11 932.758, 20760.758 16254.913 932.282, 20850.273 16241.688 931.807, 20941.209 16228.267 931.332, 20987.213 16221.484 931.094, 21033.572 16214.65 930.856, 21080.285 16207.768 930.618, 21127.354 16200.837 930.381, 21174.781 16193.854 930.143, 21222.562 16186.821 929.905, 21270.697 16179.743 929.668, 21319.189 16172.613 929.43, 21399.238 16160.822 929.172, 21483.65 16148.34 928.913, 21572.424 16135.165 928.655, 21618.439 16128.316 928.526, 21665.553 16121.3 928.397, 21713.754 16114.107 928.268, 21763.047 16106.745 928.139, 21813.426 16099.208 928.01, 21864.898 16091.5 927.88, 21917.461 16083.616 927.751, 21971.109 16075.562 927.622, 22025.852 16067.335 927.493, 22078.568 16059.398 884.199, 22136.201 16050.708 840.906, 22198.748 16041.26 797.612, 22266.209 16031.059 754.318, 22338.584 16020.1 711.025, 22415.871 16008.386 667.731, 22498.074 15995.917 624.437, 22585.191 15982.692 581.144, 22677.227 15968.711 537.85, 22725.082 15961.438 516.203, 22774.17 15953.975 494.556, 22824.486 15946.323 472.91, 22876.027 15938.483 451.263, 22928.803 15930.456 429.616, 22982.803 15922.237 407.969, 23038.033 15913.83 386.322, 23094.492 15905.234 364.676, 23152.18 15896.451 343.029, 23211.098 15887.477 321.382, 23271.238 15878.315 299.735, 23332.613 15868.962 278.088, 23395.211 15859.423 256.441, 23459.041 15849.695 234.795, 23524.102 15839.774 213.148</trace>
</ink>
</file>

<file path=ppt/ink/ink10.xml><?xml version="1.0" encoding="utf-8"?>
<ink xmlns="http://www.w3.org/2003/InkML">
  <definitions>
    <brush xml:id="br1">
      <brushProperty name="color" value="#00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19974.355 2038.888 1022.999, 20000.811 2115.057 1022.186, 20018.625 2162.587 1021.063, 20038.367 2213.759 1019.94, 20060.037 2268.574 1018.818, 20083.637 2327.031 1017.695, 20118.486 2409.766 1014.562, 20157.533 2497.23 1011.43, 20200.777 2589.421 1008.297, 20225.553 2637.879 1005.442, 20249.912 2684.246 1002.586, 20297.404 2770.709 996.874, 20350.768 2855.915 990.743, 20410.992 2944.71 984.193, 20477.049 3038.961 978.177, 20510.688 3085.42 975.436, 20574.895 3171.847 969.848, 20630.691 3240.142 965.415, 20751.033 3244.323 969.169, 20834.906 3205.524 970.331, 20883.801 3180.488 970.912, 20937.34 3151.696 971.493, 20995.516 3119.146 972.074, 21071.721 3069.629 972.667, 21149.932 3015.816 973.26, 21230.146 2957.704 973.853, 21312.363 2895.297 974.446, 21389.697 2829.132 974.808, 21459.777 2760.695 974.938, 21528.701 2689.939 975.068, 21596.465 2616.863 975.199, 21663.074 2541.467 975.329, 21725.307 2466.324 975.25, 21783.535 2393.316 974.96, 21841.082 2320.495 974.671, 21897.961 2247.862 974.382, 21954.16 2175.417 974.093, 22009.688 2103.161 973.804, 22072.338 2024.263 972.212, 22133.582 1948.089 970.621, 22193.416 1874.638 969.029, 22251.846 1803.91 967.438, 22321.916 1724.889 963.89, 22388.693 1652.694 960.341, 22452.178 1587.324 956.793, 22539.24 1514.425 952.422, 22623.709 1453.49 948.05, 22710.762 1408.277 945.277, 22800.9 1369.007 942.504, 22850.525 1352.754 941.465, 22901.807 1337.081 940.425, 22954.748 1321.987 939.386, 23009.348 1307.474 938.346, 23100.447 1285.114 937.369, 23147.811 1274.232 936.88, 23196.387 1263.548 936.391, 23246.168 1253.064 935.902, 23296.979 1243.003 935.582, 23348.627 1233.591 935.263, 23401.121 1224.828 934.943, 23454.457 1216.715 934.623, 23508.633 1209.25 934.304, 23558.877 1203.779 823.594, 23625.598 1198.351 712.885, 23708.799 1192.966 602.176, 23756.582 1190.29 546.821, 23808.486 1187.624 491.466, 23864.51 1184.969 436.112, 23924.65 1182.326 380.757, 23988.916 1179.692 325.402, 24057.297 1177.07 270.048, 24129.801 1174.458 214.693</trace>
</ink>
</file>

<file path=ppt/ink/ink11.xml><?xml version="1.0" encoding="utf-8"?>
<ink xmlns="http://www.w3.org/2003/InkML">
  <definitions>
    <brush xml:id="br1">
      <brushProperty name="color" value="#00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20817.369 1999.976 1022.999, 20883.902 2077.38 1022.411, 20959.154 2154.453 1020.869, 21007.426 2199.1 1019.769, 21078.396 2257.33 1016.875, 21162.854 2315.576 1013.439, 21213.07 2345.321 1011.451, 21266.451 2375.054 1009.462, 21353.67 2414.155 1006.407, 21442.82 2448.443 1003.352, 21490.613 2459.828 1001.929, 21539.094 2469.507 1000.505, 21588.258 2477.484 999.082, 21638.113 2483.756 997.658, 21725.705 2484.942 995.552, 21771.885 2483.505 994.499, 21819.664 2480.715 993.446, 21869.029 2476.57 992.393, 21955.363 2459.708 990.72, 22047.025 2438.769 989.047, 22094.852 2426.77 988.21, 22144.01 2413.75 987.373, 22194.506 2399.712 986.536, 22240.967 2384.147 985.643, 22287.369 2368.031 984.75, 22333.707 2351.367 983.857, 22379.979 2334.152 982.964, 22426.188 2316.389 982.071, 22472.332 2298.075 981.177, 22518.412 2279.212 980.284, 22564.43 2259.799 979.391, 22611.693 2235.316 978.315, 22657.834 2210.41 977.239, 22746.738 2159.331 975.086, 22831.146 2106.559 972.934, 22909.529 2050.687 970.697, 22983.6 1992.121 968.374, 23055.459 1932.411 966.052, 23125.107 1871.555 963.729, 23200.316 1797.94 960.611, 23273.137 1724.058 957.492, 23343.564 1649.908 954.373, 23410.223 1577.198 951.542, 23475.564 1505.734 948.711, 23539.588 1435.515 945.88, 23603.465 1368.47 943.868, 23667.539 1302.646 941.855, 23731.797 1238.043 939.843, 23797.619 1174.266 938.587, 23866.387 1110.924 937.331, 23938.088 1048.015 936.075, 23985.125 1009.726 804.968, 24046.408 963.25 673.861, 24121.936 908.588 542.754, 24211.709 845.739 411.647, 24261.939 811.244 346.093, 24315.73 774.703 280.539, 24373.082 736.115 214.986</trace>
</ink>
</file>

<file path=ppt/ink/ink12.xml><?xml version="1.0" encoding="utf-8"?>
<ink xmlns="http://www.w3.org/2003/InkML">
  <definitions>
    <brush xml:id="br1">
      <brushProperty name="color" value="#00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19198.92 16835.105 1022.999, 19299.609 16797.879 1022.688, 19346.525 16781.412 1022.15, 19400.164 16762.947 1021.611, 19460.516 16742.48 1021.072, 19546.771 16714.473 1019.369, 19597.25 16698.779 1018.517, 19652.637 16681.963 1017.665, 19712.918 16664.021 1016.814, 19801.334 16640.045 1013.923, 19847.293 16627.973 1012.478, 19894.426 16615.844 1011.033, 19942.73 16603.662 1009.588, 19992.201 16591.424 1008.143, 20042.842 16579.129 1006.698, 20094.654 16566.781 1005.253, 20183.383 16548.344 1001.465, 20274.41 16530.709 997.678, 20320.785 16522.191 995.784, 20367.738 16513.877 993.891, 20415.264 16505.762 991.997, 20463.369 16497.848 990.103, 20512.049 16490.135 988.21, 20561.303 16482.623 986.316, 20609.277 16478.172 984.7, 20657.59 16473.965 983.084, 20706.236 16469.996 981.468, 20755.219 16466.264 979.852, 20804.529 16462.771 978.236, 20854.182 16459.521 976.62, 20904.168 16456.51 975.004, 20954.488 16453.736 973.388, 21005.143 16451.203 971.772, 21056.135 16448.912 970.156, 21107.457 16446.857 968.54, 21154.732 16444.758 967.515, 21201.926 16442.58 966.49, 21249.037 16440.33 965.465, 21296.062 16437.998 964.439, 21343.006 16435.596 963.414, 21389.869 16433.115 962.389, 21436.645 16430.559 961.364, 21483.336 16427.928 960.338, 21529.945 16425.221 959.313, 21576.471 16422.436 958.288, 21622.916 16419.574 957.263, 21669.277 16416.639 956.237, 21719.65 16413.295 955.47, 21769.721 16409.752 954.703, 21819.477 16406.008 953.936, 21868.924 16402.066 953.169, 21918.059 16397.92 952.401, 21966.895 16393.58 951.634, 22015.416 16389.037 950.867, 22063.629 16384.297 950.1, 22111.531 16379.354 949.333, 22159.129 16374.216 948.565, 22206.416 16368.875 947.798, 22267.959 16361.811 866.617, 22337.363 16353.915 785.435, 22414.635 16345.187 704.254, 22499.781 16335.63 623.073, 22592.787 16325.236 541.891, 22642.24 16319.731 501.301, 22693.658 16314.016 460.71, 22747.047 16308.093 420.119, 22802.4 16301.962 379.528, 22859.719 16295.624 338.938, 22919.008 16289.079 298.347, 22980.262 16282.323 257.756, 23043.482 16275.362 217.166</trace>
</ink>
</file>

<file path=ppt/ink/ink13.xml><?xml version="1.0" encoding="utf-8"?>
<ink xmlns="http://www.w3.org/2003/InkML">
  <definitions>
    <brush xml:id="br1">
      <brushProperty name="color" value="#00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20894.592 1850.073 1022.999, 20918.213 1901.491 1022.878, 20949.246 1968.62 1022.269, 20986.898 2049.984 1020.819, 21028.121 2136.205 1018.764, 21065.393 2204.873 1015.909, 21113.211 2264.227 1012.964, 21205.787 2310.573 1010.825, 21253.008 2313.851 1010.235, 21306.09 2314.604 1009.646, 21365.039 2312.832 1009.056, 21429.85 2308.536 1008.467, 21520.238 2287.794 1007.389, 21610.281 2263.75 1006.311, 21699.973 2236.401 1005.233, 21788.697 2201.01 1003.814, 21875.832 2156.845 1002.056, 21961.791 2108.4 1000.297, 22046.58 2055.675 998.538, 22129.559 1998.972 996.859, 22210.088 1938.592 995.179, 22288.168 1874.536 993.499, 22360.275 1808.995 991.969, 22428.395 1743.776 990.59, 22496.721 1677.288 989.211, 22565.248 1609.532 987.831, 22633.402 1541.214 986.153, 22700.545 1473.77 984.175, 22767.039 1406.974 982.198, 22832.891 1340.825 980.221, 22902.363 1271.525 977.667, 22974.953 1199.822 974.535, 23046.229 1129.769 971.404, 23116.193 1061.365 968.273, 23191.756 989.296 964.23, 23263.4 921.634 960.187, 23331.129 858.377 956.144, 23406.996 789.443 952.569, 23476.734 729.171 948.993, 23527.709 687.763 874.195, 23579.51 649.025 728.174, 23651.299 597.352 582.154, 23743.074 532.746 436.133, 23796.463 495.593 363.123, 23854.846 455.207 290.112, 23918.227 411.587 217.102</trace>
</ink>
</file>

<file path=ppt/ink/ink14.xml><?xml version="1.0" encoding="utf-8"?>
<ink xmlns="http://www.w3.org/2003/InkML">
  <definitions>
    <brush xml:id="br1">
      <brushProperty name="color" value="#00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22787.584 2288.35 1022.999, 22718.336 2316.07 1022.903, 22638.072 2348.844 1022.062, 22545.734 2386.851 1021.221, 22495.035 2407.816 1020.801, 22404.443 2445.627 1018.945, 22356.467 2465.866 1018.017, 22306.703 2486.995 1017.089, 22255.15 2509.013 1016.16, 22201.811 2531.92 1015.232, 22116.918 2569.171 1012.262, 22029.902 2607.626 1009.292, 21940.768 2647.287 1006.321, 21849.512 2688.151 1003.351, 21765.189 2726.446 999.609, 21679.178 2765.726 995.866, 21591.461 2805.989 992.124, 21502.049 2847.236 988.381, 21414.18 2888.22 984.986, 21328.412 2928.664 981.936, 21241.697 2969.725 978.887, 21154.025 3011.402 975.838, 21065.404 3053.697 972.789, 20976.67 3096.297 970.084, 20888.625 3138.822 967.725, 20800.689 3181.454 965.366, 20712.863 3224.194 963.007, 20625.146 3267.043 960.648, 20537.635 3310.275 958.586, 20450.82 3353.686 956.823, 20364.766 3396.929 955.06, 20279.473 3440.002 953.297, 20194.939 3482.908 951.533, 20109.418 3526.645 949.946, 20024.254 3570.352 948.535, 19941.648 3612.749 947.125, 19861.596 3653.831 945.714, 19784.098 3693.599 944.303, 19693.779 3739.103 943.093, 19607.531 3782.196 941.883, 19525.361 3822.878 940.674, 19437.184 3865.652 939.549, 19391.006 3887.733 939.028, 19305.975 3928.13 937.988, 19206.572 3976.127 936.565, 19153.02 4002.542 935.662, 19091.213 4033.301 932.868, 19042.246 4058.495 930.71</trace>
</ink>
</file>

<file path=ppt/ink/ink15.xml><?xml version="1.0" encoding="utf-8"?>
<ink xmlns="http://www.w3.org/2003/InkML">
  <definitions>
    <brush xml:id="br1">
      <brushProperty name="color" value="#00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20320.949 2096.104 1022.999, 20382.391 2127.531 1021.629, 20459.188 2166.814 1020.945, 20546.383 2212.746 1018.8, 20636.68 2261.006 1016.656, 20682.99 2286.009 1015.584, 20730.08 2311.595 1014.511, 20777.943 2337.762 1013.439, 20862.676 2384.942 1010.729, 20947.992 2433.875 1008.019, 21033.887 2484.562 1005.309, 21120.363 2537.001 1002.599, 21205.326 2595.98 998.351, 21290.178 2656.594 994.104, 21374.916 2718.842 989.856, 21454.902 2781.447 985.787, 21530.33 2844.789 981.898, 21605.916 2910.273 978.008, 21681.658 2977.901 974.119, 21756.041 3047.899 970.942, 21827.723 3118.688 968.478, 21897.777 3189.513 966.014, 21966.207 3260.372 963.55, 22034.842 3334.939 961.325, 22102.584 3412.108 959.339, 22167.229 3487.842 957.352, 22228.777 3562.141 955.366, 22290.715 3643.279 953.523, 22348.742 3722.01 951.681, 22402.859 3798.33 949.839, 22457.717 3882.043 948.282, 22508.594 3962.192 946.726, 22559.301 4045.293 945.337, 22609.873 4129.714 944.116, 22661.371 4216.179 943.073, 22711.605 4299.707 942.207, 22740.982 4346.458 942.021, 22811.285 4442.55 942.184, 22872.873 4494.837 943.17, 22932.072 4543.384 580.126, 23027.879 4626.386 217.082</trace>
</ink>
</file>

<file path=ppt/ink/ink16.xml><?xml version="1.0" encoding="utf-8"?>
<ink xmlns="http://www.w3.org/2003/InkML">
  <definitions>
    <brush xml:id="br1">
      <brushProperty name="color" value="#00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21722.963 1288.199 1022.999, 21742.85 1399.983 1022.089, 21757.645 1457.064 1020.619, 21775.885 1518.042 1019.149, 21808.41 1604.864 1016.21, 21856.375 1695.625 1012.68, 21913.303 1783.377 1008.561, 21977.105 1860.738 1003.335, 22061.75 1940.805 997.217, 22114.385 1979.35 993.713, 22175.48 2004.457 991.693, 22243.018 2022.113 989.673, 22324.449 2026.908 988.897, 22373.17 2022.453 988.509, 22427.223 2013.431 988.121, 22508.91 1983.854 987.593, 22596.018 1947.735 987.065, 22688.539 1905.072 986.536, 22736.83 1881.286 986.272, 22820.6 1825.189 985.437, 22902.334 1767.835 984.601, 22982.025 1709.225 983.765, 23059.674 1649.359 982.929, 23134.385 1586.943 981.769, 23205.26 1520.686 980.609, 23272.303 1450.586 979.449, 23335.51 1376.646 978.29, 23391.588 1299.076 976.811, 23446.336 1220.419 975.331, 23499.746 1140.676 973.852, 23551.826 1059.845 972.373, 23603.619 975.23 971.151, 23655.549 889.877 969.928, 23707.617 803.785 968.706, 23759.822 716.956 967.483, 23812.609 631.306 966.317, 23865.457 546.822 965.15, 23918.361 463.504 963.983, 23971.324 381.352 962.816, 24030.537 300.343 960.573, 24089.018 221.144 958.329, 24146.768 143.758 956.086, 24207.02 65.26 953.243, 24268.992 -12.541 949.801, 24329.18 -86.117 946.36, 24397.619 -165.42 942.374, 24468.402 -243.341 937.844, 24551.24 -330.458 933.832, 24607.975 -387.096 214.38</trace>
</ink>
</file>

<file path=ppt/ink/ink17.xml><?xml version="1.0" encoding="utf-8"?>
<ink xmlns="http://www.w3.org/2003/InkML">
  <definitions>
    <brush xml:id="br1">
      <brushProperty name="color" value="#00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23627.965 2163.614 1022.999, 23675.504 2196.767 1022.989, 23774.271 2258.982 752.209, 23822.822 2289.49 235.285</trace>
</ink>
</file>

<file path=ppt/ink/ink18.xml><?xml version="1.0" encoding="utf-8"?>
<ink xmlns="http://www.w3.org/2003/InkML">
  <definitions>
    <brush xml:id="br1">
      <brushProperty name="color" value="#00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24454.379 1760.806 1022.999, 24431.385 1833.25 1022.911, 24410.936 1885.44 1022.646, 24385.533 1946.714 1022.38, 24362.537 1995.02 1021.815, 24337.328 2045.204 1021.251, 24309.898 2097.264 1020.686, 24260.838 2178.153 1018.995, 24208.084 2259.484 1017.304, 24151.725 2337.213 1014.826, 24094.621 2411.851 1012.347, 24018.768 2500.071 1008.505, 23943.387 2579.491 1004.696, 23868.572 2650.678 1000.92, 23796.176 2710.771 997.561, 23711.105 2774.566 993.808, 23664.176 2807.606 991.734, 23587.68 2859.16 988.623, 23533.867 2894.647 986.59, 23617.926 2927.941 987.388, 23684.102 2927.898 988.413, 23732.939 2926.621 989.362, 23781.527 2924.576 990.311, 23829.861 2921.761 991.26, 23896.523 2912.578 992.937, 23958.08 2901.1 994.615, 24004.547 2886.457 996.792, 24110.07 2847.682 1005.894, 24162.541 2822.601 1012.956, 24115.881 2846.253 1008.895, 24010.545 2906.708 1007.259, 23937.666 2952.676 1007.644, 23856.715 3004.694 1008.03, 23767.691 3062.765 1008.415, 23720.152 3094.069 1008.608, 23670.598 3126.887 1008.801, 23594.121 3179.218 1008.986, 23517.004 3232.592 1009.172, 23439.232 3287.01 1009.357, 23360.82 3342.473 1009.542, 23281.762 3398.979 1009.728, 23201.33 3459.593 1008.676, 23121.684 3522.586 1006.387, 23044.252 3584.32 1004.098, 22969.037 3644.796 1001.809, 22896.035 3704.012 999.519, 22818.211 3769.451 995.23, 22740.531 3837.969 988.941, 22671.695 3901.038 982.652, 22611.703 3958.661 976.363, 22570.365 4008.524 969.89, 22519.357 4089.789 956.944, 22543.65 4169.604 947.52, 22653.227 4230.358 944.953, 22702.574 4240.878 944.903, 22755.109 4250.312 944.852, 22810.838 4258.657 944.802, 22869.752 4265.914 944.752, 22921.055 4268.458 945.279, 22973.232 4270.208 945.806, 23026.285 4271.164 946.333, 23080.215 4271.325 946.861, 23135.018 4270.692 947.388, 23183.037 4268.465 948.516, 23231.416 4265.726 949.643, 23280.146 4262.479 950.771, 23329.229 4258.718 951.899, 23378.668 4254.448 953.026, 23428.459 4249.665 954.154, 23478.168 4239.67 955.679, 23527.479 4229.435 957.204, 23576.396 4218.959 958.729, 23624.914 4208.243 960.254, 23673.029 4197.287 961.779, 23720.75 4186.089 963.303, 23774.385 4170.642 965.084, 23826.82 4154.513 966.865, 23878.051 4137.701 968.646, 23928.08 4120.207 970.427, 23976.904 4102.031 972.207, 24064.939 4059.501 973.88, 24148.646 4014.004 975.553, 24237.521 3959.213 975.681, 24284.26 3926.998 974.972, 24372.002 3858.714 973.555, 24445.725 3776.897 970.082, 24516.996 3694.098 966.608, 24583.094 3608.884 962.757, 24641.289 3519.824 958.906, 24664.188 3469.425 957.002, 24685.551 3417.899 955.098, 24705.381 3365.248 953.194, 24723.676 3311.47 951.289, 24735.963 3259.47 950.192, 24747.664 3209.242 949.096, 24758.77 3160.786 947.999, 24769.287 3114.102 946.902, 24779.1 3063.452 946.616, 24793.551 2976.984 946.045, 24800.043 2897.548 945.858, 24764.93 2824.872 949.853, 24712.154 2795.673 953.123, 24664.654 2783.721 955.356, 24610.912 2773.131 957.589, 24550.598 2763.569 960.418, 24489.305 2754.129 963.246, 24426.932 2742.969 966.47, 24365.373 2730.763 969.693, 24305.383 2714.63 973.072, 24246.342 2696.471 976.45, 24185.1 2671.724 979.092, 24123.525 2644.33 981.734, 24062.883 2612.163 983.223, 24004.055 2579.173 984.712, 23949.199 2546.864 985.112, 23897.529 2516.335 985.512, 23818.109 2470.611 984.8, 23763.672 2441.396 982.161, 23712.9 2415.145 980.641</trace>
</ink>
</file>

<file path=ppt/ink/ink19.xml><?xml version="1.0" encoding="utf-8"?>
<ink xmlns="http://www.w3.org/2003/InkML">
  <definitions>
    <brush xml:id="br1">
      <brushProperty name="color" value="#000000"/>
      <brushProperty name="transparency" value="0"/>
      <brushProperty name="width" value="0.01984375" units="cm"/>
      <brushProperty name="tip" value="ellipse"/>
      <brushProperty name="fitToCurve" value="1"/>
      <brushProperty name="height" value="0.01984375" units="cm"/>
    </brush>
    <context xml:id="ctx0">
      <inkSource xml:id="inkSrc0">
        <traceFormat>
          <channel name="X" units="cm" defaultValue="0" type="decimal"/>
          <channel name="Y" units="cm" defaultValue="0" type="decimal"/>
          <channel name="F" max="1023" units="dev" defaultValue="0" type="decimal"/>
        </traceFormat>
        <channelProperties>
          <channelProperty channel="X" name="resolution" value="28.36041" units="1/cm"/>
          <channelProperty channel="Y" name="resolution" value="28.36041" units="1/cm"/>
          <channelProperty channel="F" name="resolution" value="1.0" units="1/dev"/>
        </channelProperties>
      </inkSource>
    </context>
  </definitions>
  <trace timeOffset="0.0" brushRef="#br1" contextRef="#ctx0"> 23493.857 1965.646 1022.999, 23489.375 2060.027 1021.772, 23488.932 2120.468 1020.788, 23489.25 2191.882 1019.805, 23492.299 2276.408 1016.364, 23496.359 2367.735 1012.923, 23498.773 2415.95 1011.202, 23501.441 2465.865 1009.482, 23504.361 2517.48 1007.761, 23507.102 2563.87 1005.502, 23509.986 2611.223 1003.243, 23513.012 2659.542 1000.985, 23516.182 2708.825 998.726, 23519.5 2759.073 996.467, 23522.959 2810.285 994.208, 23526.564 2862.462 991.949, 23530.312 2915.603 989.69, 23533.143 2963.689 987.197, 23535.84 3012.398 984.704, 23538.398 3061.731 982.211, 23540.828 3111.691 979.718, 23543.113 3162.274 977.224, 23545.262 3213.482 974.731, 23547.279 3265.313 972.238, 23549.16 3317.77 969.745, 23550.904 3370.851 967.251, 23552.09 3457.551 963.775, 23552.656 3546.66 960.298, 23552.6 3638.183 956.821, 23552.34 3684.849 955.082, 23551.924 3732.117 953.344, 23551.352 3779.988 951.605, 23550.623 3828.462 949.867, 23549.74 3877.538 948.129, 23548.701 3927.217 946.39, 23544.34 4016.667 944.864, 23539.303 4107.115 943.338, 23533.588 4198.562 941.812, 23530.48 4244.66 941.049, 23527.197 4291.007 940.286, 23523.752 4337.604 939.523, 23520.135 4384.451 938.76, 23516.346 4431.547 937.997, 23512.393 4478.892 937.234, 23508.27 4526.488 936.471, 23503.977 4574.333 935.708, 23498.701 4621.784 935.304, 23493.312 4669.117 934.899, 23487.809 4716.327 934.495, 23482.189 4763.419 934.09, 23476.459 4810.39 933.685, 23470.611 4857.239 933.281, 23464.648 4903.97 932.876, 23458.568 4950.579 932.472, 23452.381 4997.069 932.067, 23446.076 5043.438 931.663, 23439.652 5089.688 931.258, 23433.115 5135.816 930.854, 23426.469 5181.824 930.449, 23419.699 5227.712 930.044, 23411.002 5274.733 929.772, 23402.352 5321.422 929.499, 23393.742 5367.778 929.226, 23385.178 5413.801 928.953, 23368.188 5504.85 928.407, 23351.375 5594.567 927.862, 23334.742 5682.952 927.316, 23318.289 5770.006 926.77, 23308.426 5821.361 926.585, 23298.834 5871.268 926.399, 23289.502 5919.726 926.214, 23280.447 5966.74 926.028, 23263.131 6056.422 925.657, 23246.885 6140.316 925.286, 23226.582 6246.257 924.922, 23215.592 6304.583 924.745, 23206.205 6355.068 924.567, 23185.127 6485.366 924.32, 23197.762 6544.156 925.366</trace>
</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48" name=""/>
        <p:cNvGrpSpPr/>
        <p:nvPr/>
      </p:nvGrpSpPr>
      <p:grpSpPr>
        <a:xfrm>
          <a:off x="0" y="0"/>
          <a:ext cx="0" cy="0"/>
          <a:chOff x="0" y="0"/>
          <a:chExt cx="0" cy="0"/>
        </a:xfrm>
      </p:grpSpPr>
      <p:sp>
        <p:nvSpPr>
          <p:cNvPr id="1048800"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801"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802"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803"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804"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805"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标题幻灯片">
    <p:spTree>
      <p:nvGrpSpPr>
        <p:cNvPr id="37" name=""/>
        <p:cNvGrpSpPr/>
        <p:nvPr/>
      </p:nvGrpSpPr>
      <p:grpSpPr>
        <a:xfrm>
          <a:off x="0" y="0"/>
          <a:ext cx="0" cy="0"/>
          <a:chOff x="0" y="0"/>
          <a:chExt cx="0" cy="0"/>
        </a:xfrm>
      </p:grpSpPr>
      <p:sp>
        <p:nvSpPr>
          <p:cNvPr id="1048747" name="标题 1"/>
          <p:cNvSpPr>
            <a:spLocks noGrp="1"/>
          </p:cNvSpPr>
          <p:nvPr>
            <p:ph type="ctrTitle"/>
          </p:nvPr>
        </p:nvSpPr>
        <p:spPr>
          <a:xfrm>
            <a:off x="1524000" y="1122363"/>
            <a:ext cx="9144000" cy="2387600"/>
          </a:xfrm>
        </p:spPr>
        <p:txBody>
          <a:bodyPr anchor="b"/>
          <a:lstStyle>
            <a:lvl1pPr algn="ctr">
              <a:defRPr sz="6000"/>
            </a:lvl1pPr>
          </a:lstStyle>
          <a:p>
            <a:r>
              <a:rPr altLang="en-US" lang="zh-CN" smtClean="0"/>
              <a:t>单击此处编辑母版标题样式</a:t>
            </a:r>
            <a:endParaRPr altLang="en-US" lang="zh-CN"/>
          </a:p>
        </p:txBody>
      </p:sp>
      <p:sp>
        <p:nvSpPr>
          <p:cNvPr id="1048748" name="副标题 2"/>
          <p:cNvSpPr>
            <a:spLocks noGrp="1"/>
          </p:cNvSpPr>
          <p:nvPr>
            <p:ph type="subTitle" idx="1"/>
          </p:nvPr>
        </p:nvSpPr>
        <p:spPr>
          <a:xfrm>
            <a:off x="1524000" y="3602038"/>
            <a:ext cx="9144000" cy="1655762"/>
          </a:xfrm>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altLang="en-US" lang="zh-CN" smtClean="0"/>
              <a:t>单击此处编辑母版副标题样式</a:t>
            </a:r>
            <a:endParaRPr altLang="en-US" lang="zh-CN"/>
          </a:p>
        </p:txBody>
      </p:sp>
      <p:sp>
        <p:nvSpPr>
          <p:cNvPr id="1048749" name="日期占位符 3"/>
          <p:cNvSpPr>
            <a:spLocks noGrp="1"/>
          </p:cNvSpPr>
          <p:nvPr>
            <p:ph type="dt" sz="half" idx="10"/>
          </p:nvPr>
        </p:nvSpPr>
        <p:spPr/>
        <p:txBody>
          <a:bodyPr/>
          <a:p>
            <a:fld id="{D997B5FA-0921-464F-AAE1-844C04324D75}" type="datetimeFigureOut">
              <a:rPr altLang="en-US" lang="zh-CN" smtClean="0"/>
            </a:fld>
            <a:endParaRPr altLang="en-US" lang="zh-CN"/>
          </a:p>
        </p:txBody>
      </p:sp>
      <p:sp>
        <p:nvSpPr>
          <p:cNvPr id="1048750" name="页脚占位符 4"/>
          <p:cNvSpPr>
            <a:spLocks noGrp="1"/>
          </p:cNvSpPr>
          <p:nvPr>
            <p:ph type="ftr" sz="quarter" idx="11"/>
          </p:nvPr>
        </p:nvSpPr>
        <p:spPr/>
        <p:txBody>
          <a:bodyPr/>
          <a:p>
            <a:endParaRPr altLang="en-US" lang="zh-CN"/>
          </a:p>
        </p:txBody>
      </p:sp>
      <p:sp>
        <p:nvSpPr>
          <p:cNvPr id="1048751" name="灯片编号占位符 5"/>
          <p:cNvSpPr>
            <a:spLocks noGrp="1"/>
          </p:cNvSpPr>
          <p:nvPr>
            <p:ph type="sldNum" sz="quarter" idx="12"/>
          </p:nvPr>
        </p:nvSpPr>
        <p:spPr/>
        <p:txBody>
          <a:bodyPr/>
          <a:p>
            <a:fld id="{565CE74E-AB26-4998-AD42-012C4C1AD076}" type="slidenum">
              <a:rPr altLang="en-US" lang="zh-CN" smtClean="0"/>
            </a:fld>
            <a:endParaRPr altLang="en-US"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标题和内容">
    <p:spTree>
      <p:nvGrpSpPr>
        <p:cNvPr id="23" name=""/>
        <p:cNvGrpSpPr/>
        <p:nvPr/>
      </p:nvGrpSpPr>
      <p:grpSpPr>
        <a:xfrm>
          <a:off x="0" y="0"/>
          <a:ext cx="0" cy="0"/>
          <a:chOff x="0" y="0"/>
          <a:chExt cx="0" cy="0"/>
        </a:xfrm>
      </p:grpSpPr>
      <p:sp>
        <p:nvSpPr>
          <p:cNvPr id="1048581" name="标题 1"/>
          <p:cNvSpPr>
            <a:spLocks noGrp="1"/>
          </p:cNvSpPr>
          <p:nvPr>
            <p:ph type="title"/>
          </p:nvPr>
        </p:nvSpPr>
        <p:spPr/>
        <p:txBody>
          <a:bodyPr/>
          <a:p>
            <a:r>
              <a:rPr altLang="en-US" lang="zh-CN" smtClean="0"/>
              <a:t>单击此处编辑母版标题样式</a:t>
            </a:r>
            <a:endParaRPr altLang="en-US" lang="zh-CN"/>
          </a:p>
        </p:txBody>
      </p:sp>
      <p:sp>
        <p:nvSpPr>
          <p:cNvPr id="1048582" name="内容占位符 2"/>
          <p:cNvSpPr>
            <a:spLocks noGrp="1"/>
          </p:cNvSpPr>
          <p:nvPr>
            <p:ph idx="1"/>
          </p:nvPr>
        </p:nvSpPr>
        <p:spPr/>
        <p:txBody>
          <a:bodyPr/>
          <a:p>
            <a:pPr lvl="0"/>
            <a:r>
              <a:rPr altLang="en-US" lang="zh-CN" smtClean="0"/>
              <a:t>单击此处编辑母版文本样式</a:t>
            </a:r>
            <a:endParaRPr altLang="en-US" lang="zh-CN" smtClean="0"/>
          </a:p>
          <a:p>
            <a:pPr lvl="1"/>
            <a:r>
              <a:rPr altLang="en-US" lang="zh-CN" smtClean="0"/>
              <a:t>第二级</a:t>
            </a:r>
            <a:endParaRPr altLang="en-US" lang="zh-CN" smtClean="0"/>
          </a:p>
          <a:p>
            <a:pPr lvl="2"/>
            <a:r>
              <a:rPr altLang="en-US" lang="zh-CN" smtClean="0"/>
              <a:t>第三级</a:t>
            </a:r>
            <a:endParaRPr altLang="en-US" lang="zh-CN" smtClean="0"/>
          </a:p>
          <a:p>
            <a:pPr lvl="3"/>
            <a:r>
              <a:rPr altLang="en-US" lang="zh-CN" smtClean="0"/>
              <a:t>第四级</a:t>
            </a:r>
            <a:endParaRPr altLang="en-US" lang="zh-CN" smtClean="0"/>
          </a:p>
          <a:p>
            <a:pPr lvl="4"/>
            <a:r>
              <a:rPr altLang="en-US" lang="zh-CN" smtClean="0"/>
              <a:t>第五级</a:t>
            </a:r>
            <a:endParaRPr altLang="en-US" lang="zh-CN"/>
          </a:p>
        </p:txBody>
      </p:sp>
      <p:sp>
        <p:nvSpPr>
          <p:cNvPr id="1048583" name="日期占位符 3"/>
          <p:cNvSpPr>
            <a:spLocks noGrp="1"/>
          </p:cNvSpPr>
          <p:nvPr>
            <p:ph type="dt" sz="half" idx="10"/>
          </p:nvPr>
        </p:nvSpPr>
        <p:spPr/>
        <p:txBody>
          <a:bodyPr/>
          <a:p>
            <a:fld id="{D997B5FA-0921-464F-AAE1-844C04324D75}" type="datetimeFigureOut">
              <a:rPr altLang="en-US" lang="zh-CN" smtClean="0"/>
            </a:fld>
            <a:endParaRPr altLang="en-US" lang="zh-CN"/>
          </a:p>
        </p:txBody>
      </p:sp>
      <p:sp>
        <p:nvSpPr>
          <p:cNvPr id="1048584" name="页脚占位符 4"/>
          <p:cNvSpPr>
            <a:spLocks noGrp="1"/>
          </p:cNvSpPr>
          <p:nvPr>
            <p:ph type="ftr" sz="quarter" idx="11"/>
          </p:nvPr>
        </p:nvSpPr>
        <p:spPr/>
        <p:txBody>
          <a:bodyPr/>
          <a:p>
            <a:endParaRPr altLang="en-US" lang="zh-CN"/>
          </a:p>
        </p:txBody>
      </p:sp>
      <p:sp>
        <p:nvSpPr>
          <p:cNvPr id="1048585" name="灯片编号占位符 5"/>
          <p:cNvSpPr>
            <a:spLocks noGrp="1"/>
          </p:cNvSpPr>
          <p:nvPr>
            <p:ph type="sldNum" sz="quarter" idx="12"/>
          </p:nvPr>
        </p:nvSpPr>
        <p:spPr/>
        <p:txBody>
          <a:bodyPr/>
          <a:p>
            <a:fld id="{565CE74E-AB26-4998-AD42-012C4C1AD076}" type="slidenum">
              <a:rPr altLang="en-US" lang="zh-CN" smtClean="0"/>
            </a:fld>
            <a:endParaRPr altLang="en-US"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节标题">
    <p:spTree>
      <p:nvGrpSpPr>
        <p:cNvPr id="42" name=""/>
        <p:cNvGrpSpPr/>
        <p:nvPr/>
      </p:nvGrpSpPr>
      <p:grpSpPr>
        <a:xfrm>
          <a:off x="0" y="0"/>
          <a:ext cx="0" cy="0"/>
          <a:chOff x="0" y="0"/>
          <a:chExt cx="0" cy="0"/>
        </a:xfrm>
      </p:grpSpPr>
      <p:sp>
        <p:nvSpPr>
          <p:cNvPr id="1048772" name="标题 1"/>
          <p:cNvSpPr>
            <a:spLocks noGrp="1"/>
          </p:cNvSpPr>
          <p:nvPr>
            <p:ph type="title"/>
          </p:nvPr>
        </p:nvSpPr>
        <p:spPr>
          <a:xfrm>
            <a:off x="831850" y="1709738"/>
            <a:ext cx="10515600" cy="2852737"/>
          </a:xfrm>
        </p:spPr>
        <p:txBody>
          <a:bodyPr anchor="b"/>
          <a:lstStyle>
            <a:lvl1pPr>
              <a:defRPr sz="6000"/>
            </a:lvl1pPr>
          </a:lstStyle>
          <a:p>
            <a:r>
              <a:rPr altLang="en-US" lang="zh-CN" smtClean="0"/>
              <a:t>单击此处编辑母版标题样式</a:t>
            </a:r>
            <a:endParaRPr altLang="en-US" lang="zh-CN"/>
          </a:p>
        </p:txBody>
      </p:sp>
      <p:sp>
        <p:nvSpPr>
          <p:cNvPr id="1048773" name="文本占位符 2"/>
          <p:cNvSpPr>
            <a:spLocks noGrp="1"/>
          </p:cNvSpPr>
          <p:nvPr>
            <p:ph type="body" idx="1"/>
          </p:nvPr>
        </p:nvSpPr>
        <p:spPr>
          <a:xfrm>
            <a:off x="831850" y="4589463"/>
            <a:ext cx="10515600" cy="1500187"/>
          </a:xfrm>
        </p:spPr>
        <p:txBody>
          <a:bodyPr/>
          <a:lstStyle>
            <a:lvl1pPr indent="0" marL="0">
              <a:buNone/>
              <a:defRPr sz="2400">
                <a:solidFill>
                  <a:schemeClr val="tx1">
                    <a:tint val="75000"/>
                  </a:schemeClr>
                </a:solidFill>
              </a:defRPr>
            </a:lvl1pPr>
            <a:lvl2pPr indent="0" marL="457200">
              <a:buNone/>
              <a:defRPr sz="2000">
                <a:solidFill>
                  <a:schemeClr val="tx1">
                    <a:tint val="75000"/>
                  </a:schemeClr>
                </a:solidFill>
              </a:defRPr>
            </a:lvl2pPr>
            <a:lvl3pPr indent="0" marL="914400">
              <a:buNone/>
              <a:defRPr sz="1800">
                <a:solidFill>
                  <a:schemeClr val="tx1">
                    <a:tint val="75000"/>
                  </a:schemeClr>
                </a:solidFill>
              </a:defRPr>
            </a:lvl3pPr>
            <a:lvl4pPr indent="0" marL="1371600">
              <a:buNone/>
              <a:defRPr sz="1600">
                <a:solidFill>
                  <a:schemeClr val="tx1">
                    <a:tint val="75000"/>
                  </a:schemeClr>
                </a:solidFill>
              </a:defRPr>
            </a:lvl4pPr>
            <a:lvl5pPr indent="0" marL="1828800">
              <a:buNone/>
              <a:defRPr sz="1600">
                <a:solidFill>
                  <a:schemeClr val="tx1">
                    <a:tint val="75000"/>
                  </a:schemeClr>
                </a:solidFill>
              </a:defRPr>
            </a:lvl5pPr>
            <a:lvl6pPr indent="0" marL="2286000">
              <a:buNone/>
              <a:defRPr sz="1600">
                <a:solidFill>
                  <a:schemeClr val="tx1">
                    <a:tint val="75000"/>
                  </a:schemeClr>
                </a:solidFill>
              </a:defRPr>
            </a:lvl6pPr>
            <a:lvl7pPr indent="0" marL="2743200">
              <a:buNone/>
              <a:defRPr sz="1600">
                <a:solidFill>
                  <a:schemeClr val="tx1">
                    <a:tint val="75000"/>
                  </a:schemeClr>
                </a:solidFill>
              </a:defRPr>
            </a:lvl7pPr>
            <a:lvl8pPr indent="0" marL="3200400">
              <a:buNone/>
              <a:defRPr sz="1600">
                <a:solidFill>
                  <a:schemeClr val="tx1">
                    <a:tint val="75000"/>
                  </a:schemeClr>
                </a:solidFill>
              </a:defRPr>
            </a:lvl8pPr>
            <a:lvl9pPr indent="0" marL="3657600">
              <a:buNone/>
              <a:defRPr sz="1600">
                <a:solidFill>
                  <a:schemeClr val="tx1">
                    <a:tint val="75000"/>
                  </a:schemeClr>
                </a:solidFill>
              </a:defRPr>
            </a:lvl9pPr>
          </a:lstStyle>
          <a:p>
            <a:pPr lvl="0"/>
            <a:r>
              <a:rPr altLang="en-US" lang="zh-CN" smtClean="0"/>
              <a:t>单击此处编辑母版文本样式</a:t>
            </a:r>
            <a:endParaRPr altLang="en-US" lang="zh-CN" smtClean="0"/>
          </a:p>
        </p:txBody>
      </p:sp>
      <p:sp>
        <p:nvSpPr>
          <p:cNvPr id="1048774" name="日期占位符 3"/>
          <p:cNvSpPr>
            <a:spLocks noGrp="1"/>
          </p:cNvSpPr>
          <p:nvPr>
            <p:ph type="dt" sz="half" idx="10"/>
          </p:nvPr>
        </p:nvSpPr>
        <p:spPr/>
        <p:txBody>
          <a:bodyPr/>
          <a:p>
            <a:fld id="{D997B5FA-0921-464F-AAE1-844C04324D75}" type="datetimeFigureOut">
              <a:rPr altLang="en-US" lang="zh-CN" smtClean="0"/>
            </a:fld>
            <a:endParaRPr altLang="en-US" lang="zh-CN"/>
          </a:p>
        </p:txBody>
      </p:sp>
      <p:sp>
        <p:nvSpPr>
          <p:cNvPr id="1048775" name="页脚占位符 4"/>
          <p:cNvSpPr>
            <a:spLocks noGrp="1"/>
          </p:cNvSpPr>
          <p:nvPr>
            <p:ph type="ftr" sz="quarter" idx="11"/>
          </p:nvPr>
        </p:nvSpPr>
        <p:spPr/>
        <p:txBody>
          <a:bodyPr/>
          <a:p>
            <a:endParaRPr altLang="en-US" lang="zh-CN"/>
          </a:p>
        </p:txBody>
      </p:sp>
      <p:sp>
        <p:nvSpPr>
          <p:cNvPr id="1048776" name="灯片编号占位符 5"/>
          <p:cNvSpPr>
            <a:spLocks noGrp="1"/>
          </p:cNvSpPr>
          <p:nvPr>
            <p:ph type="sldNum" sz="quarter" idx="12"/>
          </p:nvPr>
        </p:nvSpPr>
        <p:spPr/>
        <p:txBody>
          <a:bodyPr/>
          <a:p>
            <a:fld id="{565CE74E-AB26-4998-AD42-012C4C1AD076}" type="slidenum">
              <a:rPr altLang="en-US" lang="zh-CN" smtClean="0"/>
            </a:fld>
            <a:endParaRPr altLang="en-US"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两栏内容">
    <p:spTree>
      <p:nvGrpSpPr>
        <p:cNvPr id="43" name=""/>
        <p:cNvGrpSpPr/>
        <p:nvPr/>
      </p:nvGrpSpPr>
      <p:grpSpPr>
        <a:xfrm>
          <a:off x="0" y="0"/>
          <a:ext cx="0" cy="0"/>
          <a:chOff x="0" y="0"/>
          <a:chExt cx="0" cy="0"/>
        </a:xfrm>
      </p:grpSpPr>
      <p:sp>
        <p:nvSpPr>
          <p:cNvPr id="1048777" name="标题 1"/>
          <p:cNvSpPr>
            <a:spLocks noGrp="1"/>
          </p:cNvSpPr>
          <p:nvPr>
            <p:ph type="title"/>
          </p:nvPr>
        </p:nvSpPr>
        <p:spPr/>
        <p:txBody>
          <a:bodyPr/>
          <a:p>
            <a:r>
              <a:rPr altLang="en-US" lang="zh-CN" smtClean="0"/>
              <a:t>单击此处编辑母版标题样式</a:t>
            </a:r>
            <a:endParaRPr altLang="en-US" lang="zh-CN"/>
          </a:p>
        </p:txBody>
      </p:sp>
      <p:sp>
        <p:nvSpPr>
          <p:cNvPr id="1048778" name="内容占位符 2"/>
          <p:cNvSpPr>
            <a:spLocks noGrp="1"/>
          </p:cNvSpPr>
          <p:nvPr>
            <p:ph sz="half" idx="1"/>
          </p:nvPr>
        </p:nvSpPr>
        <p:spPr>
          <a:xfrm>
            <a:off x="838200" y="1825625"/>
            <a:ext cx="5181600" cy="4351338"/>
          </a:xfrm>
        </p:spPr>
        <p:txBody>
          <a:bodyPr/>
          <a:p>
            <a:pPr lvl="0"/>
            <a:r>
              <a:rPr altLang="en-US" lang="zh-CN" smtClean="0"/>
              <a:t>单击此处编辑母版文本样式</a:t>
            </a:r>
            <a:endParaRPr altLang="en-US" lang="zh-CN" smtClean="0"/>
          </a:p>
          <a:p>
            <a:pPr lvl="1"/>
            <a:r>
              <a:rPr altLang="en-US" lang="zh-CN" smtClean="0"/>
              <a:t>第二级</a:t>
            </a:r>
            <a:endParaRPr altLang="en-US" lang="zh-CN" smtClean="0"/>
          </a:p>
          <a:p>
            <a:pPr lvl="2"/>
            <a:r>
              <a:rPr altLang="en-US" lang="zh-CN" smtClean="0"/>
              <a:t>第三级</a:t>
            </a:r>
            <a:endParaRPr altLang="en-US" lang="zh-CN" smtClean="0"/>
          </a:p>
          <a:p>
            <a:pPr lvl="3"/>
            <a:r>
              <a:rPr altLang="en-US" lang="zh-CN" smtClean="0"/>
              <a:t>第四级</a:t>
            </a:r>
            <a:endParaRPr altLang="en-US" lang="zh-CN" smtClean="0"/>
          </a:p>
          <a:p>
            <a:pPr lvl="4"/>
            <a:r>
              <a:rPr altLang="en-US" lang="zh-CN" smtClean="0"/>
              <a:t>第五级</a:t>
            </a:r>
            <a:endParaRPr altLang="en-US" lang="zh-CN"/>
          </a:p>
        </p:txBody>
      </p:sp>
      <p:sp>
        <p:nvSpPr>
          <p:cNvPr id="1048779" name="内容占位符 3"/>
          <p:cNvSpPr>
            <a:spLocks noGrp="1"/>
          </p:cNvSpPr>
          <p:nvPr>
            <p:ph sz="half" idx="2"/>
          </p:nvPr>
        </p:nvSpPr>
        <p:spPr>
          <a:xfrm>
            <a:off x="6172200" y="1825625"/>
            <a:ext cx="5181600" cy="4351338"/>
          </a:xfrm>
        </p:spPr>
        <p:txBody>
          <a:bodyPr/>
          <a:p>
            <a:pPr lvl="0"/>
            <a:r>
              <a:rPr altLang="en-US" lang="zh-CN" smtClean="0"/>
              <a:t>单击此处编辑母版文本样式</a:t>
            </a:r>
            <a:endParaRPr altLang="en-US" lang="zh-CN" smtClean="0"/>
          </a:p>
          <a:p>
            <a:pPr lvl="1"/>
            <a:r>
              <a:rPr altLang="en-US" lang="zh-CN" smtClean="0"/>
              <a:t>第二级</a:t>
            </a:r>
            <a:endParaRPr altLang="en-US" lang="zh-CN" smtClean="0"/>
          </a:p>
          <a:p>
            <a:pPr lvl="2"/>
            <a:r>
              <a:rPr altLang="en-US" lang="zh-CN" smtClean="0"/>
              <a:t>第三级</a:t>
            </a:r>
            <a:endParaRPr altLang="en-US" lang="zh-CN" smtClean="0"/>
          </a:p>
          <a:p>
            <a:pPr lvl="3"/>
            <a:r>
              <a:rPr altLang="en-US" lang="zh-CN" smtClean="0"/>
              <a:t>第四级</a:t>
            </a:r>
            <a:endParaRPr altLang="en-US" lang="zh-CN" smtClean="0"/>
          </a:p>
          <a:p>
            <a:pPr lvl="4"/>
            <a:r>
              <a:rPr altLang="en-US" lang="zh-CN" smtClean="0"/>
              <a:t>第五级</a:t>
            </a:r>
            <a:endParaRPr altLang="en-US" lang="zh-CN"/>
          </a:p>
        </p:txBody>
      </p:sp>
      <p:sp>
        <p:nvSpPr>
          <p:cNvPr id="1048780" name="日期占位符 4"/>
          <p:cNvSpPr>
            <a:spLocks noGrp="1"/>
          </p:cNvSpPr>
          <p:nvPr>
            <p:ph type="dt" sz="half" idx="10"/>
          </p:nvPr>
        </p:nvSpPr>
        <p:spPr/>
        <p:txBody>
          <a:bodyPr/>
          <a:p>
            <a:fld id="{D997B5FA-0921-464F-AAE1-844C04324D75}" type="datetimeFigureOut">
              <a:rPr altLang="en-US" lang="zh-CN" smtClean="0"/>
            </a:fld>
            <a:endParaRPr altLang="en-US" lang="zh-CN"/>
          </a:p>
        </p:txBody>
      </p:sp>
      <p:sp>
        <p:nvSpPr>
          <p:cNvPr id="1048781" name="页脚占位符 5"/>
          <p:cNvSpPr>
            <a:spLocks noGrp="1"/>
          </p:cNvSpPr>
          <p:nvPr>
            <p:ph type="ftr" sz="quarter" idx="11"/>
          </p:nvPr>
        </p:nvSpPr>
        <p:spPr/>
        <p:txBody>
          <a:bodyPr/>
          <a:p>
            <a:endParaRPr altLang="en-US" lang="zh-CN"/>
          </a:p>
        </p:txBody>
      </p:sp>
      <p:sp>
        <p:nvSpPr>
          <p:cNvPr id="1048782" name="灯片编号占位符 6"/>
          <p:cNvSpPr>
            <a:spLocks noGrp="1"/>
          </p:cNvSpPr>
          <p:nvPr>
            <p:ph type="sldNum" sz="quarter" idx="12"/>
          </p:nvPr>
        </p:nvSpPr>
        <p:spPr/>
        <p:txBody>
          <a:bodyPr/>
          <a:p>
            <a:fld id="{565CE74E-AB26-4998-AD42-012C4C1AD076}" type="slidenum">
              <a:rPr altLang="en-US" lang="zh-CN" smtClean="0"/>
            </a:fld>
            <a:endParaRPr altLang="en-US"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比较">
    <p:spTree>
      <p:nvGrpSpPr>
        <p:cNvPr id="44" name=""/>
        <p:cNvGrpSpPr/>
        <p:nvPr/>
      </p:nvGrpSpPr>
      <p:grpSpPr>
        <a:xfrm>
          <a:off x="0" y="0"/>
          <a:ext cx="0" cy="0"/>
          <a:chOff x="0" y="0"/>
          <a:chExt cx="0" cy="0"/>
        </a:xfrm>
      </p:grpSpPr>
      <p:sp>
        <p:nvSpPr>
          <p:cNvPr id="1048783" name="标题 1"/>
          <p:cNvSpPr>
            <a:spLocks noGrp="1"/>
          </p:cNvSpPr>
          <p:nvPr>
            <p:ph type="title"/>
          </p:nvPr>
        </p:nvSpPr>
        <p:spPr>
          <a:xfrm>
            <a:off x="839788" y="365125"/>
            <a:ext cx="10515600" cy="1325563"/>
          </a:xfrm>
        </p:spPr>
        <p:txBody>
          <a:bodyPr/>
          <a:p>
            <a:r>
              <a:rPr altLang="en-US" lang="zh-CN" smtClean="0"/>
              <a:t>单击此处编辑母版标题样式</a:t>
            </a:r>
            <a:endParaRPr altLang="en-US" lang="zh-CN"/>
          </a:p>
        </p:txBody>
      </p:sp>
      <p:sp>
        <p:nvSpPr>
          <p:cNvPr id="1048784" name="文本占位符 2"/>
          <p:cNvSpPr>
            <a:spLocks noGrp="1"/>
          </p:cNvSpPr>
          <p:nvPr>
            <p:ph type="body" idx="1"/>
          </p:nvPr>
        </p:nvSpPr>
        <p:spPr>
          <a:xfrm>
            <a:off x="839788" y="1681163"/>
            <a:ext cx="5157787"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altLang="en-US" lang="zh-CN" smtClean="0"/>
              <a:t>单击此处编辑母版文本样式</a:t>
            </a:r>
            <a:endParaRPr altLang="en-US" lang="zh-CN" smtClean="0"/>
          </a:p>
        </p:txBody>
      </p:sp>
      <p:sp>
        <p:nvSpPr>
          <p:cNvPr id="1048785" name="内容占位符 3"/>
          <p:cNvSpPr>
            <a:spLocks noGrp="1"/>
          </p:cNvSpPr>
          <p:nvPr>
            <p:ph sz="half" idx="2"/>
          </p:nvPr>
        </p:nvSpPr>
        <p:spPr>
          <a:xfrm>
            <a:off x="839788" y="2505075"/>
            <a:ext cx="5157787" cy="3684588"/>
          </a:xfrm>
        </p:spPr>
        <p:txBody>
          <a:bodyPr/>
          <a:p>
            <a:pPr lvl="0"/>
            <a:r>
              <a:rPr altLang="en-US" lang="zh-CN" smtClean="0"/>
              <a:t>单击此处编辑母版文本样式</a:t>
            </a:r>
            <a:endParaRPr altLang="en-US" lang="zh-CN" smtClean="0"/>
          </a:p>
          <a:p>
            <a:pPr lvl="1"/>
            <a:r>
              <a:rPr altLang="en-US" lang="zh-CN" smtClean="0"/>
              <a:t>第二级</a:t>
            </a:r>
            <a:endParaRPr altLang="en-US" lang="zh-CN" smtClean="0"/>
          </a:p>
          <a:p>
            <a:pPr lvl="2"/>
            <a:r>
              <a:rPr altLang="en-US" lang="zh-CN" smtClean="0"/>
              <a:t>第三级</a:t>
            </a:r>
            <a:endParaRPr altLang="en-US" lang="zh-CN" smtClean="0"/>
          </a:p>
          <a:p>
            <a:pPr lvl="3"/>
            <a:r>
              <a:rPr altLang="en-US" lang="zh-CN" smtClean="0"/>
              <a:t>第四级</a:t>
            </a:r>
            <a:endParaRPr altLang="en-US" lang="zh-CN" smtClean="0"/>
          </a:p>
          <a:p>
            <a:pPr lvl="4"/>
            <a:r>
              <a:rPr altLang="en-US" lang="zh-CN" smtClean="0"/>
              <a:t>第五级</a:t>
            </a:r>
            <a:endParaRPr altLang="en-US" lang="zh-CN"/>
          </a:p>
        </p:txBody>
      </p:sp>
      <p:sp>
        <p:nvSpPr>
          <p:cNvPr id="1048786" name="文本占位符 4"/>
          <p:cNvSpPr>
            <a:spLocks noGrp="1"/>
          </p:cNvSpPr>
          <p:nvPr>
            <p:ph type="body" sz="quarter" idx="3"/>
          </p:nvPr>
        </p:nvSpPr>
        <p:spPr>
          <a:xfrm>
            <a:off x="6172200" y="1681163"/>
            <a:ext cx="5183188"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altLang="en-US" lang="zh-CN" smtClean="0"/>
              <a:t>单击此处编辑母版文本样式</a:t>
            </a:r>
            <a:endParaRPr altLang="en-US" lang="zh-CN" smtClean="0"/>
          </a:p>
        </p:txBody>
      </p:sp>
      <p:sp>
        <p:nvSpPr>
          <p:cNvPr id="1048787" name="内容占位符 5"/>
          <p:cNvSpPr>
            <a:spLocks noGrp="1"/>
          </p:cNvSpPr>
          <p:nvPr>
            <p:ph sz="quarter" idx="4"/>
          </p:nvPr>
        </p:nvSpPr>
        <p:spPr>
          <a:xfrm>
            <a:off x="6172200" y="2505075"/>
            <a:ext cx="5183188" cy="3684588"/>
          </a:xfrm>
        </p:spPr>
        <p:txBody>
          <a:bodyPr/>
          <a:p>
            <a:pPr lvl="0"/>
            <a:r>
              <a:rPr altLang="en-US" lang="zh-CN" smtClean="0"/>
              <a:t>单击此处编辑母版文本样式</a:t>
            </a:r>
            <a:endParaRPr altLang="en-US" lang="zh-CN" smtClean="0"/>
          </a:p>
          <a:p>
            <a:pPr lvl="1"/>
            <a:r>
              <a:rPr altLang="en-US" lang="zh-CN" smtClean="0"/>
              <a:t>第二级</a:t>
            </a:r>
            <a:endParaRPr altLang="en-US" lang="zh-CN" smtClean="0"/>
          </a:p>
          <a:p>
            <a:pPr lvl="2"/>
            <a:r>
              <a:rPr altLang="en-US" lang="zh-CN" smtClean="0"/>
              <a:t>第三级</a:t>
            </a:r>
            <a:endParaRPr altLang="en-US" lang="zh-CN" smtClean="0"/>
          </a:p>
          <a:p>
            <a:pPr lvl="3"/>
            <a:r>
              <a:rPr altLang="en-US" lang="zh-CN" smtClean="0"/>
              <a:t>第四级</a:t>
            </a:r>
            <a:endParaRPr altLang="en-US" lang="zh-CN" smtClean="0"/>
          </a:p>
          <a:p>
            <a:pPr lvl="4"/>
            <a:r>
              <a:rPr altLang="en-US" lang="zh-CN" smtClean="0"/>
              <a:t>第五级</a:t>
            </a:r>
            <a:endParaRPr altLang="en-US" lang="zh-CN"/>
          </a:p>
        </p:txBody>
      </p:sp>
      <p:sp>
        <p:nvSpPr>
          <p:cNvPr id="1048788" name="日期占位符 6"/>
          <p:cNvSpPr>
            <a:spLocks noGrp="1"/>
          </p:cNvSpPr>
          <p:nvPr>
            <p:ph type="dt" sz="half" idx="10"/>
          </p:nvPr>
        </p:nvSpPr>
        <p:spPr/>
        <p:txBody>
          <a:bodyPr/>
          <a:p>
            <a:fld id="{D997B5FA-0921-464F-AAE1-844C04324D75}" type="datetimeFigureOut">
              <a:rPr altLang="en-US" lang="zh-CN" smtClean="0"/>
            </a:fld>
            <a:endParaRPr altLang="en-US" lang="zh-CN"/>
          </a:p>
        </p:txBody>
      </p:sp>
      <p:sp>
        <p:nvSpPr>
          <p:cNvPr id="1048789" name="页脚占位符 7"/>
          <p:cNvSpPr>
            <a:spLocks noGrp="1"/>
          </p:cNvSpPr>
          <p:nvPr>
            <p:ph type="ftr" sz="quarter" idx="11"/>
          </p:nvPr>
        </p:nvSpPr>
        <p:spPr/>
        <p:txBody>
          <a:bodyPr/>
          <a:p>
            <a:endParaRPr altLang="en-US" lang="zh-CN"/>
          </a:p>
        </p:txBody>
      </p:sp>
      <p:sp>
        <p:nvSpPr>
          <p:cNvPr id="1048790" name="灯片编号占位符 8"/>
          <p:cNvSpPr>
            <a:spLocks noGrp="1"/>
          </p:cNvSpPr>
          <p:nvPr>
            <p:ph type="sldNum" sz="quarter" idx="12"/>
          </p:nvPr>
        </p:nvSpPr>
        <p:spPr/>
        <p:txBody>
          <a:bodyPr/>
          <a:p>
            <a:fld id="{565CE74E-AB26-4998-AD42-012C4C1AD076}" type="slidenum">
              <a:rPr altLang="en-US" lang="zh-CN" smtClean="0"/>
            </a:fld>
            <a:endParaRPr altLang="en-US"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仅标题">
    <p:spTree>
      <p:nvGrpSpPr>
        <p:cNvPr id="38" name=""/>
        <p:cNvGrpSpPr/>
        <p:nvPr/>
      </p:nvGrpSpPr>
      <p:grpSpPr>
        <a:xfrm>
          <a:off x="0" y="0"/>
          <a:ext cx="0" cy="0"/>
          <a:chOff x="0" y="0"/>
          <a:chExt cx="0" cy="0"/>
        </a:xfrm>
      </p:grpSpPr>
      <p:sp>
        <p:nvSpPr>
          <p:cNvPr id="1048752" name="标题 1"/>
          <p:cNvSpPr>
            <a:spLocks noGrp="1"/>
          </p:cNvSpPr>
          <p:nvPr>
            <p:ph type="title"/>
          </p:nvPr>
        </p:nvSpPr>
        <p:spPr/>
        <p:txBody>
          <a:bodyPr/>
          <a:p>
            <a:r>
              <a:rPr altLang="en-US" lang="zh-CN" smtClean="0"/>
              <a:t>单击此处编辑母版标题样式</a:t>
            </a:r>
            <a:endParaRPr altLang="en-US" lang="zh-CN"/>
          </a:p>
        </p:txBody>
      </p:sp>
      <p:sp>
        <p:nvSpPr>
          <p:cNvPr id="1048753" name="日期占位符 2"/>
          <p:cNvSpPr>
            <a:spLocks noGrp="1"/>
          </p:cNvSpPr>
          <p:nvPr>
            <p:ph type="dt" sz="half" idx="10"/>
          </p:nvPr>
        </p:nvSpPr>
        <p:spPr/>
        <p:txBody>
          <a:bodyPr/>
          <a:p>
            <a:fld id="{D997B5FA-0921-464F-AAE1-844C04324D75}" type="datetimeFigureOut">
              <a:rPr altLang="en-US" lang="zh-CN" smtClean="0"/>
            </a:fld>
            <a:endParaRPr altLang="en-US" lang="zh-CN"/>
          </a:p>
        </p:txBody>
      </p:sp>
      <p:sp>
        <p:nvSpPr>
          <p:cNvPr id="1048754" name="页脚占位符 3"/>
          <p:cNvSpPr>
            <a:spLocks noGrp="1"/>
          </p:cNvSpPr>
          <p:nvPr>
            <p:ph type="ftr" sz="quarter" idx="11"/>
          </p:nvPr>
        </p:nvSpPr>
        <p:spPr/>
        <p:txBody>
          <a:bodyPr/>
          <a:p>
            <a:endParaRPr altLang="en-US" lang="zh-CN"/>
          </a:p>
        </p:txBody>
      </p:sp>
      <p:sp>
        <p:nvSpPr>
          <p:cNvPr id="1048755" name="灯片编号占位符 4"/>
          <p:cNvSpPr>
            <a:spLocks noGrp="1"/>
          </p:cNvSpPr>
          <p:nvPr>
            <p:ph type="sldNum" sz="quarter" idx="12"/>
          </p:nvPr>
        </p:nvSpPr>
        <p:spPr/>
        <p:txBody>
          <a:bodyPr/>
          <a:p>
            <a:fld id="{565CE74E-AB26-4998-AD42-012C4C1AD076}" type="slidenum">
              <a:rPr altLang="en-US" lang="zh-CN" smtClean="0"/>
            </a:fld>
            <a:endParaRPr altLang="en-US"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空白">
    <p:spTree>
      <p:nvGrpSpPr>
        <p:cNvPr id="45" name=""/>
        <p:cNvGrpSpPr/>
        <p:nvPr/>
      </p:nvGrpSpPr>
      <p:grpSpPr>
        <a:xfrm>
          <a:off x="0" y="0"/>
          <a:ext cx="0" cy="0"/>
          <a:chOff x="0" y="0"/>
          <a:chExt cx="0" cy="0"/>
        </a:xfrm>
      </p:grpSpPr>
      <p:sp>
        <p:nvSpPr>
          <p:cNvPr id="1048791" name="日期占位符 1"/>
          <p:cNvSpPr>
            <a:spLocks noGrp="1"/>
          </p:cNvSpPr>
          <p:nvPr>
            <p:ph type="dt" sz="half" idx="10"/>
          </p:nvPr>
        </p:nvSpPr>
        <p:spPr/>
        <p:txBody>
          <a:bodyPr/>
          <a:p>
            <a:fld id="{D997B5FA-0921-464F-AAE1-844C04324D75}" type="datetimeFigureOut">
              <a:rPr altLang="en-US" lang="zh-CN" smtClean="0"/>
            </a:fld>
            <a:endParaRPr altLang="en-US" lang="zh-CN"/>
          </a:p>
        </p:txBody>
      </p:sp>
      <p:sp>
        <p:nvSpPr>
          <p:cNvPr id="1048792" name="页脚占位符 2"/>
          <p:cNvSpPr>
            <a:spLocks noGrp="1"/>
          </p:cNvSpPr>
          <p:nvPr>
            <p:ph type="ftr" sz="quarter" idx="11"/>
          </p:nvPr>
        </p:nvSpPr>
        <p:spPr/>
        <p:txBody>
          <a:bodyPr/>
          <a:p>
            <a:endParaRPr altLang="en-US" lang="zh-CN"/>
          </a:p>
        </p:txBody>
      </p:sp>
      <p:sp>
        <p:nvSpPr>
          <p:cNvPr id="1048793" name="灯片编号占位符 3"/>
          <p:cNvSpPr>
            <a:spLocks noGrp="1"/>
          </p:cNvSpPr>
          <p:nvPr>
            <p:ph type="sldNum" sz="quarter" idx="12"/>
          </p:nvPr>
        </p:nvSpPr>
        <p:spPr/>
        <p:txBody>
          <a:bodyPr/>
          <a:p>
            <a:fld id="{565CE74E-AB26-4998-AD42-012C4C1AD076}" type="slidenum">
              <a:rPr altLang="en-US" lang="zh-CN" smtClean="0"/>
            </a:fld>
            <a:endParaRPr altLang="en-US"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内容与标题">
    <p:spTree>
      <p:nvGrpSpPr>
        <p:cNvPr id="46" name=""/>
        <p:cNvGrpSpPr/>
        <p:nvPr/>
      </p:nvGrpSpPr>
      <p:grpSpPr>
        <a:xfrm>
          <a:off x="0" y="0"/>
          <a:ext cx="0" cy="0"/>
          <a:chOff x="0" y="0"/>
          <a:chExt cx="0" cy="0"/>
        </a:xfrm>
      </p:grpSpPr>
      <p:sp>
        <p:nvSpPr>
          <p:cNvPr id="1048794" name="标题 1"/>
          <p:cNvSpPr>
            <a:spLocks noGrp="1"/>
          </p:cNvSpPr>
          <p:nvPr>
            <p:ph type="title"/>
          </p:nvPr>
        </p:nvSpPr>
        <p:spPr>
          <a:xfrm>
            <a:off x="839788" y="457200"/>
            <a:ext cx="3932237" cy="1600200"/>
          </a:xfrm>
        </p:spPr>
        <p:txBody>
          <a:bodyPr anchor="b"/>
          <a:lstStyle>
            <a:lvl1pPr>
              <a:defRPr sz="3200"/>
            </a:lvl1pPr>
          </a:lstStyle>
          <a:p>
            <a:r>
              <a:rPr altLang="en-US" lang="zh-CN" smtClean="0"/>
              <a:t>单击此处编辑母版标题样式</a:t>
            </a:r>
            <a:endParaRPr altLang="en-US" lang="zh-CN"/>
          </a:p>
        </p:txBody>
      </p:sp>
      <p:sp>
        <p:nvSpPr>
          <p:cNvPr id="1048795"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altLang="en-US" lang="zh-CN" smtClean="0"/>
              <a:t>单击此处编辑母版文本样式</a:t>
            </a:r>
            <a:endParaRPr altLang="en-US" lang="zh-CN" smtClean="0"/>
          </a:p>
          <a:p>
            <a:pPr lvl="1"/>
            <a:r>
              <a:rPr altLang="en-US" lang="zh-CN" smtClean="0"/>
              <a:t>第二级</a:t>
            </a:r>
            <a:endParaRPr altLang="en-US" lang="zh-CN" smtClean="0"/>
          </a:p>
          <a:p>
            <a:pPr lvl="2"/>
            <a:r>
              <a:rPr altLang="en-US" lang="zh-CN" smtClean="0"/>
              <a:t>第三级</a:t>
            </a:r>
            <a:endParaRPr altLang="en-US" lang="zh-CN" smtClean="0"/>
          </a:p>
          <a:p>
            <a:pPr lvl="3"/>
            <a:r>
              <a:rPr altLang="en-US" lang="zh-CN" smtClean="0"/>
              <a:t>第四级</a:t>
            </a:r>
            <a:endParaRPr altLang="en-US" lang="zh-CN" smtClean="0"/>
          </a:p>
          <a:p>
            <a:pPr lvl="4"/>
            <a:r>
              <a:rPr altLang="en-US" lang="zh-CN" smtClean="0"/>
              <a:t>第五级</a:t>
            </a:r>
            <a:endParaRPr altLang="en-US" lang="zh-CN"/>
          </a:p>
        </p:txBody>
      </p:sp>
      <p:sp>
        <p:nvSpPr>
          <p:cNvPr id="1048796" name="文本占位符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altLang="en-US" lang="zh-CN" smtClean="0"/>
              <a:t>单击此处编辑母版文本样式</a:t>
            </a:r>
            <a:endParaRPr altLang="en-US" lang="zh-CN" smtClean="0"/>
          </a:p>
        </p:txBody>
      </p:sp>
      <p:sp>
        <p:nvSpPr>
          <p:cNvPr id="1048797" name="日期占位符 4"/>
          <p:cNvSpPr>
            <a:spLocks noGrp="1"/>
          </p:cNvSpPr>
          <p:nvPr>
            <p:ph type="dt" sz="half" idx="10"/>
          </p:nvPr>
        </p:nvSpPr>
        <p:spPr/>
        <p:txBody>
          <a:bodyPr/>
          <a:p>
            <a:fld id="{D997B5FA-0921-464F-AAE1-844C04324D75}" type="datetimeFigureOut">
              <a:rPr altLang="en-US" lang="zh-CN" smtClean="0"/>
            </a:fld>
            <a:endParaRPr altLang="en-US" lang="zh-CN"/>
          </a:p>
        </p:txBody>
      </p:sp>
      <p:sp>
        <p:nvSpPr>
          <p:cNvPr id="1048798" name="页脚占位符 5"/>
          <p:cNvSpPr>
            <a:spLocks noGrp="1"/>
          </p:cNvSpPr>
          <p:nvPr>
            <p:ph type="ftr" sz="quarter" idx="11"/>
          </p:nvPr>
        </p:nvSpPr>
        <p:spPr/>
        <p:txBody>
          <a:bodyPr/>
          <a:p>
            <a:endParaRPr altLang="en-US" lang="zh-CN"/>
          </a:p>
        </p:txBody>
      </p:sp>
      <p:sp>
        <p:nvSpPr>
          <p:cNvPr id="1048799" name="灯片编号占位符 6"/>
          <p:cNvSpPr>
            <a:spLocks noGrp="1"/>
          </p:cNvSpPr>
          <p:nvPr>
            <p:ph type="sldNum" sz="quarter" idx="12"/>
          </p:nvPr>
        </p:nvSpPr>
        <p:spPr/>
        <p:txBody>
          <a:bodyPr/>
          <a:p>
            <a:fld id="{565CE74E-AB26-4998-AD42-012C4C1AD076}" type="slidenum">
              <a:rPr altLang="en-US" lang="zh-CN" smtClean="0"/>
            </a:fld>
            <a:endParaRPr altLang="en-US"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图片与标题">
    <p:spTree>
      <p:nvGrpSpPr>
        <p:cNvPr id="40" name=""/>
        <p:cNvGrpSpPr/>
        <p:nvPr/>
      </p:nvGrpSpPr>
      <p:grpSpPr>
        <a:xfrm>
          <a:off x="0" y="0"/>
          <a:ext cx="0" cy="0"/>
          <a:chOff x="0" y="0"/>
          <a:chExt cx="0" cy="0"/>
        </a:xfrm>
      </p:grpSpPr>
      <p:sp>
        <p:nvSpPr>
          <p:cNvPr id="1048761" name="标题 1"/>
          <p:cNvSpPr>
            <a:spLocks noGrp="1"/>
          </p:cNvSpPr>
          <p:nvPr>
            <p:ph type="title"/>
          </p:nvPr>
        </p:nvSpPr>
        <p:spPr>
          <a:xfrm>
            <a:off x="839788" y="457200"/>
            <a:ext cx="3932237" cy="1600200"/>
          </a:xfrm>
        </p:spPr>
        <p:txBody>
          <a:bodyPr anchor="b"/>
          <a:lstStyle>
            <a:lvl1pPr>
              <a:defRPr sz="3200"/>
            </a:lvl1pPr>
          </a:lstStyle>
          <a:p>
            <a:r>
              <a:rPr altLang="en-US" lang="zh-CN" smtClean="0"/>
              <a:t>单击此处编辑母版标题样式</a:t>
            </a:r>
            <a:endParaRPr altLang="en-US" lang="zh-CN"/>
          </a:p>
        </p:txBody>
      </p:sp>
      <p:sp>
        <p:nvSpPr>
          <p:cNvPr id="1048762" name="图片占位符 2"/>
          <p:cNvSpPr>
            <a:spLocks noGrp="1"/>
          </p:cNvSpPr>
          <p:nvPr>
            <p:ph type="pic" idx="1"/>
          </p:nvPr>
        </p:nvSpPr>
        <p:spPr>
          <a:xfrm>
            <a:off x="5183188" y="987425"/>
            <a:ext cx="6172200" cy="4873625"/>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altLang="en-US" lang="zh-CN"/>
          </a:p>
        </p:txBody>
      </p:sp>
      <p:sp>
        <p:nvSpPr>
          <p:cNvPr id="1048763" name="文本占位符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altLang="en-US" lang="zh-CN" smtClean="0"/>
              <a:t>单击此处编辑母版文本样式</a:t>
            </a:r>
            <a:endParaRPr altLang="en-US" lang="zh-CN" smtClean="0"/>
          </a:p>
        </p:txBody>
      </p:sp>
      <p:sp>
        <p:nvSpPr>
          <p:cNvPr id="1048764" name="日期占位符 4"/>
          <p:cNvSpPr>
            <a:spLocks noGrp="1"/>
          </p:cNvSpPr>
          <p:nvPr>
            <p:ph type="dt" sz="half" idx="10"/>
          </p:nvPr>
        </p:nvSpPr>
        <p:spPr/>
        <p:txBody>
          <a:bodyPr/>
          <a:p>
            <a:fld id="{D997B5FA-0921-464F-AAE1-844C04324D75}" type="datetimeFigureOut">
              <a:rPr altLang="en-US" lang="zh-CN" smtClean="0"/>
            </a:fld>
            <a:endParaRPr altLang="en-US" lang="zh-CN"/>
          </a:p>
        </p:txBody>
      </p:sp>
      <p:sp>
        <p:nvSpPr>
          <p:cNvPr id="1048765" name="页脚占位符 5"/>
          <p:cNvSpPr>
            <a:spLocks noGrp="1"/>
          </p:cNvSpPr>
          <p:nvPr>
            <p:ph type="ftr" sz="quarter" idx="11"/>
          </p:nvPr>
        </p:nvSpPr>
        <p:spPr/>
        <p:txBody>
          <a:bodyPr/>
          <a:p>
            <a:endParaRPr altLang="en-US" lang="zh-CN"/>
          </a:p>
        </p:txBody>
      </p:sp>
      <p:sp>
        <p:nvSpPr>
          <p:cNvPr id="1048766" name="灯片编号占位符 6"/>
          <p:cNvSpPr>
            <a:spLocks noGrp="1"/>
          </p:cNvSpPr>
          <p:nvPr>
            <p:ph type="sldNum" sz="quarter" idx="12"/>
          </p:nvPr>
        </p:nvSpPr>
        <p:spPr/>
        <p:txBody>
          <a:bodyPr/>
          <a:p>
            <a:fld id="{565CE74E-AB26-4998-AD42-012C4C1AD076}" type="slidenum">
              <a:rPr altLang="en-US" lang="zh-CN" smtClean="0"/>
            </a:fld>
            <a:endParaRPr altLang="en-US"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标题和竖排文字">
    <p:spTree>
      <p:nvGrpSpPr>
        <p:cNvPr id="41" name=""/>
        <p:cNvGrpSpPr/>
        <p:nvPr/>
      </p:nvGrpSpPr>
      <p:grpSpPr>
        <a:xfrm>
          <a:off x="0" y="0"/>
          <a:ext cx="0" cy="0"/>
          <a:chOff x="0" y="0"/>
          <a:chExt cx="0" cy="0"/>
        </a:xfrm>
      </p:grpSpPr>
      <p:sp>
        <p:nvSpPr>
          <p:cNvPr id="1048767" name="标题 1"/>
          <p:cNvSpPr>
            <a:spLocks noGrp="1"/>
          </p:cNvSpPr>
          <p:nvPr>
            <p:ph type="title"/>
          </p:nvPr>
        </p:nvSpPr>
        <p:spPr/>
        <p:txBody>
          <a:bodyPr/>
          <a:p>
            <a:r>
              <a:rPr altLang="en-US" lang="zh-CN" smtClean="0"/>
              <a:t>单击此处编辑母版标题样式</a:t>
            </a:r>
            <a:endParaRPr altLang="en-US" lang="zh-CN"/>
          </a:p>
        </p:txBody>
      </p:sp>
      <p:sp>
        <p:nvSpPr>
          <p:cNvPr id="1048768" name="竖排文字占位符 2"/>
          <p:cNvSpPr>
            <a:spLocks noGrp="1"/>
          </p:cNvSpPr>
          <p:nvPr>
            <p:ph type="body" orient="vert" idx="1"/>
          </p:nvPr>
        </p:nvSpPr>
        <p:spPr/>
        <p:txBody>
          <a:bodyPr vert="eaVert"/>
          <a:p>
            <a:pPr lvl="0"/>
            <a:r>
              <a:rPr altLang="en-US" lang="zh-CN" smtClean="0"/>
              <a:t>单击此处编辑母版文本样式</a:t>
            </a:r>
            <a:endParaRPr altLang="en-US" lang="zh-CN" smtClean="0"/>
          </a:p>
          <a:p>
            <a:pPr lvl="1"/>
            <a:r>
              <a:rPr altLang="en-US" lang="zh-CN" smtClean="0"/>
              <a:t>第二级</a:t>
            </a:r>
            <a:endParaRPr altLang="en-US" lang="zh-CN" smtClean="0"/>
          </a:p>
          <a:p>
            <a:pPr lvl="2"/>
            <a:r>
              <a:rPr altLang="en-US" lang="zh-CN" smtClean="0"/>
              <a:t>第三级</a:t>
            </a:r>
            <a:endParaRPr altLang="en-US" lang="zh-CN" smtClean="0"/>
          </a:p>
          <a:p>
            <a:pPr lvl="3"/>
            <a:r>
              <a:rPr altLang="en-US" lang="zh-CN" smtClean="0"/>
              <a:t>第四级</a:t>
            </a:r>
            <a:endParaRPr altLang="en-US" lang="zh-CN" smtClean="0"/>
          </a:p>
          <a:p>
            <a:pPr lvl="4"/>
            <a:r>
              <a:rPr altLang="en-US" lang="zh-CN" smtClean="0"/>
              <a:t>第五级</a:t>
            </a:r>
            <a:endParaRPr altLang="en-US" lang="zh-CN"/>
          </a:p>
        </p:txBody>
      </p:sp>
      <p:sp>
        <p:nvSpPr>
          <p:cNvPr id="1048769" name="日期占位符 3"/>
          <p:cNvSpPr>
            <a:spLocks noGrp="1"/>
          </p:cNvSpPr>
          <p:nvPr>
            <p:ph type="dt" sz="half" idx="10"/>
          </p:nvPr>
        </p:nvSpPr>
        <p:spPr/>
        <p:txBody>
          <a:bodyPr/>
          <a:p>
            <a:fld id="{D997B5FA-0921-464F-AAE1-844C04324D75}" type="datetimeFigureOut">
              <a:rPr altLang="en-US" lang="zh-CN" smtClean="0"/>
            </a:fld>
            <a:endParaRPr altLang="en-US" lang="zh-CN"/>
          </a:p>
        </p:txBody>
      </p:sp>
      <p:sp>
        <p:nvSpPr>
          <p:cNvPr id="1048770" name="页脚占位符 4"/>
          <p:cNvSpPr>
            <a:spLocks noGrp="1"/>
          </p:cNvSpPr>
          <p:nvPr>
            <p:ph type="ftr" sz="quarter" idx="11"/>
          </p:nvPr>
        </p:nvSpPr>
        <p:spPr/>
        <p:txBody>
          <a:bodyPr/>
          <a:p>
            <a:endParaRPr altLang="en-US" lang="zh-CN"/>
          </a:p>
        </p:txBody>
      </p:sp>
      <p:sp>
        <p:nvSpPr>
          <p:cNvPr id="1048771" name="灯片编号占位符 5"/>
          <p:cNvSpPr>
            <a:spLocks noGrp="1"/>
          </p:cNvSpPr>
          <p:nvPr>
            <p:ph type="sldNum" sz="quarter" idx="12"/>
          </p:nvPr>
        </p:nvSpPr>
        <p:spPr/>
        <p:txBody>
          <a:bodyPr/>
          <a:p>
            <a:fld id="{565CE74E-AB26-4998-AD42-012C4C1AD076}" type="slidenum">
              <a:rPr altLang="en-US" lang="zh-CN" smtClean="0"/>
            </a:fld>
            <a:endParaRPr altLang="en-US"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垂直排列标题与 文本">
    <p:spTree>
      <p:nvGrpSpPr>
        <p:cNvPr id="39" name=""/>
        <p:cNvGrpSpPr/>
        <p:nvPr/>
      </p:nvGrpSpPr>
      <p:grpSpPr>
        <a:xfrm>
          <a:off x="0" y="0"/>
          <a:ext cx="0" cy="0"/>
          <a:chOff x="0" y="0"/>
          <a:chExt cx="0" cy="0"/>
        </a:xfrm>
      </p:grpSpPr>
      <p:sp>
        <p:nvSpPr>
          <p:cNvPr id="1048756" name="竖排标题 1"/>
          <p:cNvSpPr>
            <a:spLocks noGrp="1"/>
          </p:cNvSpPr>
          <p:nvPr>
            <p:ph type="title" orient="vert"/>
          </p:nvPr>
        </p:nvSpPr>
        <p:spPr>
          <a:xfrm>
            <a:off x="8724900" y="365125"/>
            <a:ext cx="2628900" cy="5811838"/>
          </a:xfrm>
        </p:spPr>
        <p:txBody>
          <a:bodyPr vert="eaVert"/>
          <a:p>
            <a:r>
              <a:rPr altLang="en-US" lang="zh-CN" smtClean="0"/>
              <a:t>单击此处编辑母版标题样式</a:t>
            </a:r>
            <a:endParaRPr altLang="en-US" lang="zh-CN"/>
          </a:p>
        </p:txBody>
      </p:sp>
      <p:sp>
        <p:nvSpPr>
          <p:cNvPr id="1048757" name="竖排文字占位符 2"/>
          <p:cNvSpPr>
            <a:spLocks noGrp="1"/>
          </p:cNvSpPr>
          <p:nvPr>
            <p:ph type="body" orient="vert" idx="1"/>
          </p:nvPr>
        </p:nvSpPr>
        <p:spPr>
          <a:xfrm>
            <a:off x="838200" y="365125"/>
            <a:ext cx="7734300" cy="5811838"/>
          </a:xfrm>
        </p:spPr>
        <p:txBody>
          <a:bodyPr vert="eaVert"/>
          <a:p>
            <a:pPr lvl="0"/>
            <a:r>
              <a:rPr altLang="en-US" lang="zh-CN" smtClean="0"/>
              <a:t>单击此处编辑母版文本样式</a:t>
            </a:r>
            <a:endParaRPr altLang="en-US" lang="zh-CN" smtClean="0"/>
          </a:p>
          <a:p>
            <a:pPr lvl="1"/>
            <a:r>
              <a:rPr altLang="en-US" lang="zh-CN" smtClean="0"/>
              <a:t>第二级</a:t>
            </a:r>
            <a:endParaRPr altLang="en-US" lang="zh-CN" smtClean="0"/>
          </a:p>
          <a:p>
            <a:pPr lvl="2"/>
            <a:r>
              <a:rPr altLang="en-US" lang="zh-CN" smtClean="0"/>
              <a:t>第三级</a:t>
            </a:r>
            <a:endParaRPr altLang="en-US" lang="zh-CN" smtClean="0"/>
          </a:p>
          <a:p>
            <a:pPr lvl="3"/>
            <a:r>
              <a:rPr altLang="en-US" lang="zh-CN" smtClean="0"/>
              <a:t>第四级</a:t>
            </a:r>
            <a:endParaRPr altLang="en-US" lang="zh-CN" smtClean="0"/>
          </a:p>
          <a:p>
            <a:pPr lvl="4"/>
            <a:r>
              <a:rPr altLang="en-US" lang="zh-CN" smtClean="0"/>
              <a:t>第五级</a:t>
            </a:r>
            <a:endParaRPr altLang="en-US" lang="zh-CN"/>
          </a:p>
        </p:txBody>
      </p:sp>
      <p:sp>
        <p:nvSpPr>
          <p:cNvPr id="1048758" name="日期占位符 3"/>
          <p:cNvSpPr>
            <a:spLocks noGrp="1"/>
          </p:cNvSpPr>
          <p:nvPr>
            <p:ph type="dt" sz="half" idx="10"/>
          </p:nvPr>
        </p:nvSpPr>
        <p:spPr/>
        <p:txBody>
          <a:bodyPr/>
          <a:p>
            <a:fld id="{D997B5FA-0921-464F-AAE1-844C04324D75}" type="datetimeFigureOut">
              <a:rPr altLang="en-US" lang="zh-CN" smtClean="0"/>
            </a:fld>
            <a:endParaRPr altLang="en-US" lang="zh-CN"/>
          </a:p>
        </p:txBody>
      </p:sp>
      <p:sp>
        <p:nvSpPr>
          <p:cNvPr id="1048759" name="页脚占位符 4"/>
          <p:cNvSpPr>
            <a:spLocks noGrp="1"/>
          </p:cNvSpPr>
          <p:nvPr>
            <p:ph type="ftr" sz="quarter" idx="11"/>
          </p:nvPr>
        </p:nvSpPr>
        <p:spPr/>
        <p:txBody>
          <a:bodyPr/>
          <a:p>
            <a:endParaRPr altLang="en-US" lang="zh-CN"/>
          </a:p>
        </p:txBody>
      </p:sp>
      <p:sp>
        <p:nvSpPr>
          <p:cNvPr id="1048760" name="灯片编号占位符 5"/>
          <p:cNvSpPr>
            <a:spLocks noGrp="1"/>
          </p:cNvSpPr>
          <p:nvPr>
            <p:ph type="sldNum" sz="quarter" idx="12"/>
          </p:nvPr>
        </p:nvSpPr>
        <p:spPr/>
        <p:txBody>
          <a:bodyPr/>
          <a:p>
            <a:fld id="{565CE74E-AB26-4998-AD42-012C4C1AD076}" type="slidenum">
              <a:rPr altLang="en-US" lang="zh-CN" smtClean="0"/>
            </a:fld>
            <a:endParaRPr altLang="en-US" lang="zh-CN"/>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1" name=""/>
        <p:cNvGrpSpPr/>
        <p:nvPr/>
      </p:nvGrpSpPr>
      <p:grpSpPr>
        <a:xfrm>
          <a:off x="0" y="0"/>
          <a:ext cx="0" cy="0"/>
          <a:chOff x="0" y="0"/>
          <a:chExt cx="0" cy="0"/>
        </a:xfrm>
      </p:grpSpPr>
      <p:sp>
        <p:nvSpPr>
          <p:cNvPr id="1048576" name="标题占位符 1"/>
          <p:cNvSpPr>
            <a:spLocks noGrp="1"/>
          </p:cNvSpPr>
          <p:nvPr>
            <p:ph type="title"/>
          </p:nvPr>
        </p:nvSpPr>
        <p:spPr>
          <a:xfrm>
            <a:off x="838200" y="365125"/>
            <a:ext cx="10515600" cy="1325563"/>
          </a:xfrm>
          <a:prstGeom prst="rect"/>
        </p:spPr>
        <p:txBody>
          <a:bodyPr anchor="ctr" bIns="45720" lIns="91440" rIns="91440" rtlCol="0" tIns="45720" vert="horz">
            <a:normAutofit/>
          </a:bodyPr>
          <a:p>
            <a:r>
              <a:rPr altLang="en-US" lang="zh-CN" smtClean="0"/>
              <a:t>单击此处编辑母版标题样式</a:t>
            </a:r>
            <a:endParaRPr altLang="en-US" lang="zh-CN"/>
          </a:p>
        </p:txBody>
      </p:sp>
      <p:sp>
        <p:nvSpPr>
          <p:cNvPr id="1048577" name="文本占位符 2"/>
          <p:cNvSpPr>
            <a:spLocks noGrp="1"/>
          </p:cNvSpPr>
          <p:nvPr>
            <p:ph type="body" idx="1"/>
          </p:nvPr>
        </p:nvSpPr>
        <p:spPr>
          <a:xfrm>
            <a:off x="838200" y="1825625"/>
            <a:ext cx="10515600" cy="4351338"/>
          </a:xfrm>
          <a:prstGeom prst="rect"/>
        </p:spPr>
        <p:txBody>
          <a:bodyPr bIns="45720" lIns="91440" rIns="91440" rtlCol="0" tIns="45720" vert="horz">
            <a:normAutofit/>
          </a:bodyPr>
          <a:p>
            <a:pPr lvl="0"/>
            <a:r>
              <a:rPr altLang="en-US" lang="zh-CN" smtClean="0"/>
              <a:t>单击此处编辑母版文本样式</a:t>
            </a:r>
            <a:endParaRPr altLang="en-US" lang="zh-CN" smtClean="0"/>
          </a:p>
          <a:p>
            <a:pPr lvl="1"/>
            <a:r>
              <a:rPr altLang="en-US" lang="zh-CN" smtClean="0"/>
              <a:t>第二级</a:t>
            </a:r>
            <a:endParaRPr altLang="en-US" lang="zh-CN" smtClean="0"/>
          </a:p>
          <a:p>
            <a:pPr lvl="2"/>
            <a:r>
              <a:rPr altLang="en-US" lang="zh-CN" smtClean="0"/>
              <a:t>第三级</a:t>
            </a:r>
            <a:endParaRPr altLang="en-US" lang="zh-CN" smtClean="0"/>
          </a:p>
          <a:p>
            <a:pPr lvl="3"/>
            <a:r>
              <a:rPr altLang="en-US" lang="zh-CN" smtClean="0"/>
              <a:t>第四级</a:t>
            </a:r>
            <a:endParaRPr altLang="en-US" lang="zh-CN" smtClean="0"/>
          </a:p>
          <a:p>
            <a:pPr lvl="4"/>
            <a:r>
              <a:rPr altLang="en-US" lang="zh-CN" smtClean="0"/>
              <a:t>第五级</a:t>
            </a:r>
            <a:endParaRPr altLang="en-US" lang="zh-CN"/>
          </a:p>
        </p:txBody>
      </p:sp>
      <p:sp>
        <p:nvSpPr>
          <p:cNvPr id="1048578" name="日期占位符 3"/>
          <p:cNvSpPr>
            <a:spLocks noGrp="1"/>
          </p:cNvSpPr>
          <p:nvPr>
            <p:ph type="dt" sz="half" idx="2"/>
          </p:nvPr>
        </p:nvSpPr>
        <p:spPr>
          <a:xfrm>
            <a:off x="838200" y="6356350"/>
            <a:ext cx="2743200" cy="365125"/>
          </a:xfrm>
          <a:prstGeom prst="rect"/>
        </p:spPr>
        <p:txBody>
          <a:bodyPr anchor="ctr" bIns="45720" lIns="91440" rIns="91440" rtlCol="0" tIns="45720" vert="horz"/>
          <a:lstStyle>
            <a:lvl1pPr algn="l">
              <a:defRPr sz="1200">
                <a:solidFill>
                  <a:schemeClr val="tx1">
                    <a:tint val="75000"/>
                  </a:schemeClr>
                </a:solidFill>
              </a:defRPr>
            </a:lvl1pPr>
          </a:lstStyle>
          <a:p>
            <a:fld id="{D997B5FA-0921-464F-AAE1-844C04324D75}" type="datetimeFigureOut">
              <a:rPr altLang="en-US" lang="zh-CN" smtClean="0"/>
            </a:fld>
            <a:endParaRPr altLang="en-US" lang="zh-CN"/>
          </a:p>
        </p:txBody>
      </p:sp>
      <p:sp>
        <p:nvSpPr>
          <p:cNvPr id="1048579" name="页脚占位符 4"/>
          <p:cNvSpPr>
            <a:spLocks noGrp="1"/>
          </p:cNvSpPr>
          <p:nvPr>
            <p:ph type="ftr" sz="quarter" idx="3"/>
          </p:nvPr>
        </p:nvSpPr>
        <p:spPr>
          <a:xfrm>
            <a:off x="4038600" y="6356350"/>
            <a:ext cx="4114800" cy="365125"/>
          </a:xfrm>
          <a:prstGeom prst="rect"/>
        </p:spPr>
        <p:txBody>
          <a:bodyPr anchor="ctr" bIns="45720" lIns="91440" rIns="91440" rtlCol="0" tIns="45720" vert="horz"/>
          <a:lstStyle>
            <a:lvl1pPr algn="ctr">
              <a:defRPr sz="1200">
                <a:solidFill>
                  <a:schemeClr val="tx1">
                    <a:tint val="75000"/>
                  </a:schemeClr>
                </a:solidFill>
              </a:defRPr>
            </a:lvl1pPr>
          </a:lstStyle>
          <a:p>
            <a:endParaRPr altLang="en-US" lang="zh-CN"/>
          </a:p>
        </p:txBody>
      </p:sp>
      <p:sp>
        <p:nvSpPr>
          <p:cNvPr id="1048580" name="灯片编号占位符 5"/>
          <p:cNvSpPr>
            <a:spLocks noGrp="1"/>
          </p:cNvSpPr>
          <p:nvPr>
            <p:ph type="sldNum" sz="quarter" idx="4"/>
          </p:nvPr>
        </p:nvSpPr>
        <p:spPr>
          <a:xfrm>
            <a:off x="8610600" y="6356350"/>
            <a:ext cx="2743200" cy="365125"/>
          </a:xfrm>
          <a:prstGeom prst="rect"/>
        </p:spPr>
        <p:txBody>
          <a:bodyPr anchor="ctr" bIns="45720" lIns="91440" rIns="91440" rtlCol="0" tIns="45720" vert="horz"/>
          <a:lstStyle>
            <a:lvl1pPr algn="r">
              <a:defRPr sz="1200">
                <a:solidFill>
                  <a:schemeClr val="tx1">
                    <a:tint val="75000"/>
                  </a:schemeClr>
                </a:solidFill>
              </a:defRPr>
            </a:lvl1pPr>
          </a:lstStyle>
          <a:p>
            <a:fld id="{565CE74E-AB26-4998-AD42-012C4C1AD076}" type="slidenum">
              <a:rPr altLang="en-US" lang="zh-CN" smtClean="0"/>
            </a:fld>
            <a:endParaRPr altLang="en-US" lang="zh-CN"/>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eaLnBrk="1" hangingPunct="1" latinLnBrk="0" rtl="0">
        <a:lnSpc>
          <a:spcPct val="90000"/>
        </a:lnSpc>
        <a:spcBef>
          <a:spcPct val="0"/>
        </a:spcBef>
        <a:buNone/>
        <a:defRPr sz="4400" kern="12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chart" Target="../charts/chart2.xml"/><Relationship Id="rId3" Type="http://schemas.openxmlformats.org/officeDocument/2006/relationships/chart" Target="../charts/chart3.xml"/><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5.png"/><Relationship Id="rId9" Type="http://schemas.openxmlformats.org/officeDocument/2006/relationships/image" Target="../media/image6.png"/><Relationship Id="rId10" Type="http://schemas.openxmlformats.org/officeDocument/2006/relationships/image" Target="../media/image7.png"/><Relationship Id="rId11" Type="http://schemas.openxmlformats.org/officeDocument/2006/relationships/image" Target="../media/image8.png"/><Relationship Id="rId12" Type="http://schemas.openxmlformats.org/officeDocument/2006/relationships/image" Target="../media/image9.png"/><Relationship Id="rId13" Type="http://schemas.openxmlformats.org/officeDocument/2006/relationships/customXml" Target="../ink/ink2.xml"/><Relationship Id="rId14" Type="http://schemas.openxmlformats.org/officeDocument/2006/relationships/customXml" Target="../ink/ink3.xml"/><Relationship Id="rId15" Type="http://schemas.openxmlformats.org/officeDocument/2006/relationships/customXml" Target="../ink/ink4.xml"/><Relationship Id="rId16"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customXml" Target="../ink/ink6.xml"/><Relationship Id="rId2" Type="http://schemas.openxmlformats.org/officeDocument/2006/relationships/customXml" Target="../ink/ink7.xml"/><Relationship Id="rId3" Type="http://schemas.openxmlformats.org/officeDocument/2006/relationships/customXml" Target="../ink/ink8.xml"/><Relationship Id="rId4" Type="http://schemas.openxmlformats.org/officeDocument/2006/relationships/customXml" Target="../ink/ink9.xml"/><Relationship Id="rId5"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customXml" Target="../ink/ink10.xml"/><Relationship Id="rId2"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chart" Target="../charts/chart7.xml"/><Relationship Id="rId5" Type="http://schemas.openxmlformats.org/officeDocument/2006/relationships/image" Target="../media/image17.png"/><Relationship Id="rId6" Type="http://schemas.openxmlformats.org/officeDocument/2006/relationships/image" Target="../media/image2.png"/><Relationship Id="rId7" Type="http://schemas.openxmlformats.org/officeDocument/2006/relationships/image" Target="../media/image18.png"/><Relationship Id="rId8" Type="http://schemas.openxmlformats.org/officeDocument/2006/relationships/image" Target="../media/image19.png"/><Relationship Id="rId9" Type="http://schemas.openxmlformats.org/officeDocument/2006/relationships/image" Target="../media/image20.png"/><Relationship Id="rId10" Type="http://schemas.openxmlformats.org/officeDocument/2006/relationships/image" Target="../media/image21.png"/><Relationship Id="rId11" Type="http://schemas.openxmlformats.org/officeDocument/2006/relationships/image" Target="../media/image22.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image" Target="../media/image25.png"/><Relationship Id="rId15" Type="http://schemas.openxmlformats.org/officeDocument/2006/relationships/image" Target="../media/image26.png"/><Relationship Id="rId16"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customXml" Target="../ink/ink11.xml"/><Relationship Id="rId2" Type="http://schemas.openxmlformats.org/officeDocument/2006/relationships/customXml" Target="../ink/ink12.xml"/><Relationship Id="rId3" Type="http://schemas.openxmlformats.org/officeDocument/2006/relationships/customXml" Target="../ink/ink14.xml"/><Relationship Id="rId4" Type="http://schemas.openxmlformats.org/officeDocument/2006/relationships/customXml" Target="../ink/ink15.xml"/><Relationship Id="rId5"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6.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 Id="rId8" Type="http://schemas.openxmlformats.org/officeDocument/2006/relationships/image" Target="../media/image33.png"/><Relationship Id="rId9" Type="http://schemas.openxmlformats.org/officeDocument/2006/relationships/image" Target="../media/image34.png"/><Relationship Id="rId10" Type="http://schemas.openxmlformats.org/officeDocument/2006/relationships/image" Target="../media/image35.png"/><Relationship Id="rId11" Type="http://schemas.openxmlformats.org/officeDocument/2006/relationships/image" Target="../media/image36.png"/><Relationship Id="rId12" Type="http://schemas.openxmlformats.org/officeDocument/2006/relationships/image" Target="../media/image37.png"/><Relationship Id="rId13" Type="http://schemas.openxmlformats.org/officeDocument/2006/relationships/image" Target="../media/image38.png"/><Relationship Id="rId1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customXml" Target="../ink/ink13.xml"/><Relationship Id="rId2"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chart" Target="../charts/chart8.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image" Target="../media/image36.png"/><Relationship Id="rId7" Type="http://schemas.openxmlformats.org/officeDocument/2006/relationships/image" Target="../media/image43.png"/><Relationship Id="rId8" Type="http://schemas.openxmlformats.org/officeDocument/2006/relationships/image" Target="../media/image32.png"/><Relationship Id="rId9" Type="http://schemas.openxmlformats.org/officeDocument/2006/relationships/image" Target="../media/image44.png"/><Relationship Id="rId10" Type="http://schemas.openxmlformats.org/officeDocument/2006/relationships/image" Target="../media/image45.png"/><Relationship Id="rId11" Type="http://schemas.openxmlformats.org/officeDocument/2006/relationships/image" Target="../media/image19.png"/><Relationship Id="rId12"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customXml" Target="../ink/ink16.xml"/><Relationship Id="rId2" Type="http://schemas.openxmlformats.org/officeDocument/2006/relationships/customXml" Target="../ink/ink17.xml"/><Relationship Id="rId3" Type="http://schemas.openxmlformats.org/officeDocument/2006/relationships/customXml" Target="../ink/ink18.xml"/><Relationship Id="rId4" Type="http://schemas.openxmlformats.org/officeDocument/2006/relationships/customXml" Target="../ink/ink19.xml"/><Relationship Id="rId5"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4" name=""/>
        <p:cNvGrpSpPr/>
        <p:nvPr/>
      </p:nvGrpSpPr>
      <p:grpSpPr>
        <a:xfrm/>
      </p:grpSpPr>
      <p:sp>
        <p:nvSpPr>
          <p:cNvPr id="1048586" name="圆角矩形 16"/>
          <p:cNvSpPr/>
          <p:nvPr/>
        </p:nvSpPr>
        <p:spPr>
          <a:xfrm>
            <a:off x="501650" y="2346960"/>
            <a:ext cx="2373630" cy="949960"/>
          </a:xfrm>
          <a:prstGeom prst="roundRect"/>
          <a:solidFill>
            <a:schemeClr val="accent1"/>
          </a:solidFill>
          <a:ln>
            <a:noFill/>
          </a:ln>
          <a:effectLst>
            <a:outerShdw algn="tl" blurRad="50800" dir="2700000" dist="38100"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anchor="ctr" anchorCtr="0" compatLnSpc="1" forceAA="0" fromWordArt="0" horzOverflow="overflow" numCol="1" rtlCol="0" spcCol="0" vert="horz" vertOverflow="overflow" wrap="square">
            <a:noAutofit/>
          </a:bodyPr>
          <a:p>
            <a:pPr algn="ctr" lvl="0">
              <a:buClrTx/>
              <a:buSzTx/>
              <a:buFontTx/>
            </a:pPr>
            <a:r>
              <a:rPr altLang="en-US" b="1" sz="2000" lang="zh-CN">
                <a:sym typeface="+mn-ea"/>
              </a:rPr>
              <a:t>现存污染源贡献量变化影响分析</a:t>
            </a:r>
            <a:endParaRPr altLang="en-US" b="1" sz="2000" lang="zh-CN">
              <a:sym typeface="+mn-ea"/>
            </a:endParaRPr>
          </a:p>
        </p:txBody>
      </p:sp>
      <p:sp>
        <p:nvSpPr>
          <p:cNvPr id="1048587" name="文本框 3"/>
          <p:cNvSpPr txBox="1"/>
          <p:nvPr/>
        </p:nvSpPr>
        <p:spPr>
          <a:xfrm>
            <a:off x="662940" y="614045"/>
            <a:ext cx="8173720" cy="460375"/>
          </a:xfrm>
          <a:prstGeom prst="rect"/>
          <a:noFill/>
        </p:spPr>
        <p:txBody>
          <a:bodyPr rtlCol="0" wrap="square">
            <a:spAutoFit/>
          </a:bodyPr>
          <a:p>
            <a:r>
              <a:rPr altLang="zh-CN" b="1" sz="2400" lang="en-US"/>
              <a:t>“</a:t>
            </a:r>
            <a:r>
              <a:rPr altLang="en-US" b="1" sz="2400" lang="zh-CN"/>
              <a:t>污染源</a:t>
            </a:r>
            <a:r>
              <a:rPr altLang="zh-CN" b="1" sz="2400" lang="en-US"/>
              <a:t>—</a:t>
            </a:r>
            <a:r>
              <a:rPr altLang="en-US" b="1" sz="2400" lang="zh-CN"/>
              <a:t>土壤</a:t>
            </a:r>
            <a:r>
              <a:rPr altLang="zh-CN" b="1" sz="2400" lang="en-US"/>
              <a:t>—</a:t>
            </a:r>
            <a:r>
              <a:rPr altLang="en-US" b="1" sz="2400" lang="zh-CN"/>
              <a:t>活化</a:t>
            </a:r>
            <a:r>
              <a:rPr altLang="zh-CN" b="1" sz="2400" lang="en-US"/>
              <a:t>—</a:t>
            </a:r>
            <a:r>
              <a:rPr altLang="en-US" b="1" sz="2400" lang="zh-CN"/>
              <a:t>作物</a:t>
            </a:r>
            <a:r>
              <a:rPr altLang="zh-CN" b="1" sz="2400" lang="en-US"/>
              <a:t>”</a:t>
            </a:r>
            <a:r>
              <a:rPr altLang="en-US" b="1" sz="2400" lang="zh-CN"/>
              <a:t>全链条风险预警模拟器</a:t>
            </a:r>
            <a:endParaRPr altLang="en-US" b="1" sz="2400" lang="zh-CN"/>
          </a:p>
        </p:txBody>
      </p:sp>
      <p:sp>
        <p:nvSpPr>
          <p:cNvPr id="1048588" name="圆角矩形 5"/>
          <p:cNvSpPr/>
          <p:nvPr/>
        </p:nvSpPr>
        <p:spPr>
          <a:xfrm>
            <a:off x="3482340" y="2954020"/>
            <a:ext cx="2373630" cy="949960"/>
          </a:xfrm>
          <a:prstGeom prst="roundRect"/>
          <a:solidFill>
            <a:schemeClr val="accent2"/>
          </a:solidFill>
          <a:ln>
            <a:noFill/>
          </a:ln>
          <a:effectLst>
            <a:outerShdw algn="tl" blurRad="50800" dir="2700000" dist="38100"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anchor="ctr" anchorCtr="0" compatLnSpc="1" forceAA="0" fromWordArt="0" horzOverflow="overflow" numCol="1" rtlCol="0" spcCol="0" vert="horz" vertOverflow="overflow" wrap="square">
            <a:noAutofit/>
          </a:bodyPr>
          <a:p>
            <a:pPr algn="ctr" lvl="0">
              <a:buClrTx/>
              <a:buSzTx/>
              <a:buFontTx/>
            </a:pPr>
            <a:r>
              <a:rPr altLang="en-US" b="1" sz="2000" lang="zh-CN">
                <a:sym typeface="+mn-ea"/>
              </a:rPr>
              <a:t>土壤重金属未来</a:t>
            </a:r>
            <a:endParaRPr altLang="en-US" b="1" sz="2000" lang="zh-CN">
              <a:sym typeface="+mn-ea"/>
            </a:endParaRPr>
          </a:p>
          <a:p>
            <a:pPr algn="ctr" lvl="0">
              <a:buClrTx/>
              <a:buSzTx/>
              <a:buFontTx/>
            </a:pPr>
            <a:r>
              <a:rPr altLang="en-US" b="1" sz="2000" lang="zh-CN">
                <a:sym typeface="+mn-ea"/>
              </a:rPr>
              <a:t>超标风险区分析</a:t>
            </a:r>
            <a:endParaRPr altLang="en-US" b="1" sz="2000" lang="zh-CN">
              <a:sym typeface="+mn-ea"/>
            </a:endParaRPr>
          </a:p>
        </p:txBody>
      </p:sp>
      <p:sp>
        <p:nvSpPr>
          <p:cNvPr id="1048589" name="圆角矩形 8"/>
          <p:cNvSpPr/>
          <p:nvPr/>
        </p:nvSpPr>
        <p:spPr>
          <a:xfrm>
            <a:off x="9443720" y="2954020"/>
            <a:ext cx="2373630" cy="949960"/>
          </a:xfrm>
          <a:prstGeom prst="roundRect"/>
          <a:solidFill>
            <a:schemeClr val="accent2"/>
          </a:solidFill>
          <a:ln>
            <a:noFill/>
          </a:ln>
          <a:effectLst>
            <a:outerShdw algn="tl" blurRad="50800" dir="2700000" dist="38100"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anchor="ctr" anchorCtr="0" compatLnSpc="1" forceAA="0" fromWordArt="0" horzOverflow="overflow" numCol="1" rtlCol="0" spcCol="0" vert="horz" vertOverflow="overflow" wrap="square">
            <a:noAutofit/>
          </a:bodyPr>
          <a:p>
            <a:pPr algn="ctr" lvl="0">
              <a:buClrTx/>
              <a:buSzTx/>
              <a:buFontTx/>
            </a:pPr>
            <a:r>
              <a:rPr altLang="en-US" b="1" sz="2000" lang="zh-CN">
                <a:sym typeface="+mn-ea"/>
              </a:rPr>
              <a:t>农产品重金属超标风险区分布预测</a:t>
            </a:r>
            <a:endParaRPr altLang="en-US" b="1" sz="2000" lang="zh-CN">
              <a:sym typeface="+mn-ea"/>
            </a:endParaRPr>
          </a:p>
        </p:txBody>
      </p:sp>
      <p:sp>
        <p:nvSpPr>
          <p:cNvPr id="1048590" name="圆角矩形 9"/>
          <p:cNvSpPr/>
          <p:nvPr/>
        </p:nvSpPr>
        <p:spPr>
          <a:xfrm>
            <a:off x="6463030" y="2954020"/>
            <a:ext cx="2373630" cy="949960"/>
          </a:xfrm>
          <a:prstGeom prst="roundRect"/>
          <a:solidFill>
            <a:schemeClr val="accent1"/>
          </a:solidFill>
          <a:ln>
            <a:noFill/>
          </a:ln>
          <a:effectLst>
            <a:outerShdw algn="tl" blurRad="50800" dir="2700000" dist="38100"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anchor="ctr" anchorCtr="0" compatLnSpc="1" forceAA="0" fromWordArt="0" horzOverflow="overflow" numCol="1" rtlCol="0" spcCol="0" vert="horz" vertOverflow="overflow" wrap="square">
            <a:noAutofit/>
          </a:bodyPr>
          <a:p>
            <a:pPr algn="ctr" lvl="0">
              <a:buClrTx/>
              <a:buSzTx/>
              <a:buFontTx/>
            </a:pPr>
            <a:r>
              <a:rPr altLang="en-US" b="1" sz="2000" lang="zh-CN">
                <a:sym typeface="+mn-ea"/>
              </a:rPr>
              <a:t>土壤重金属活化主因及安全阈值测算</a:t>
            </a:r>
            <a:endParaRPr altLang="en-US" b="1" sz="2000" lang="zh-CN">
              <a:sym typeface="+mn-ea"/>
            </a:endParaRPr>
          </a:p>
        </p:txBody>
      </p:sp>
      <p:sp>
        <p:nvSpPr>
          <p:cNvPr id="1048591" name="圆角矩形 10"/>
          <p:cNvSpPr/>
          <p:nvPr/>
        </p:nvSpPr>
        <p:spPr>
          <a:xfrm>
            <a:off x="501650" y="3749675"/>
            <a:ext cx="2373630" cy="949960"/>
          </a:xfrm>
          <a:prstGeom prst="roundRect"/>
          <a:solidFill>
            <a:schemeClr val="accent1"/>
          </a:solidFill>
          <a:ln>
            <a:noFill/>
          </a:ln>
          <a:effectLst>
            <a:outerShdw algn="tl" blurRad="50800" dir="2700000" dist="38100"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anchor="ctr" anchorCtr="0" compatLnSpc="1" forceAA="0" fromWordArt="0" horzOverflow="overflow" numCol="1" rtlCol="0" spcCol="0" vert="horz" vertOverflow="overflow" wrap="square">
            <a:noAutofit/>
          </a:bodyPr>
          <a:p>
            <a:pPr algn="ctr" lvl="0">
              <a:buClrTx/>
              <a:buSzTx/>
              <a:buFontTx/>
            </a:pPr>
            <a:r>
              <a:rPr altLang="en-US" b="1" sz="2000" lang="zh-CN">
                <a:sym typeface="+mn-ea"/>
              </a:rPr>
              <a:t>潜在历史污染源及污染路径解析</a:t>
            </a:r>
            <a:endParaRPr altLang="en-US" b="1" sz="2000" lang="zh-CN">
              <a:sym typeface="+mn-ea"/>
            </a:endParaRPr>
          </a:p>
        </p:txBody>
      </p:sp>
      <p:cxnSp>
        <p:nvCxnSpPr>
          <p:cNvPr id="3145728" name="肘形连接符 11"/>
          <p:cNvCxnSpPr>
            <a:cxnSpLocks/>
            <a:stCxn id="1048586" idx="3"/>
            <a:endCxn id="1048588" idx="1"/>
          </p:cNvCxnSpPr>
          <p:nvPr/>
        </p:nvCxnSpPr>
        <p:spPr>
          <a:xfrm>
            <a:off x="2875280" y="2821940"/>
            <a:ext cx="607060" cy="607060"/>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cxnSp>
        <p:nvCxnSpPr>
          <p:cNvPr id="3145729" name="肘形连接符 12"/>
          <p:cNvCxnSpPr>
            <a:cxnSpLocks/>
            <a:stCxn id="1048591" idx="3"/>
            <a:endCxn id="1048588" idx="1"/>
          </p:cNvCxnSpPr>
          <p:nvPr/>
        </p:nvCxnSpPr>
        <p:spPr>
          <a:xfrm flipV="1">
            <a:off x="2875280" y="3429000"/>
            <a:ext cx="607060" cy="795655"/>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cxnSp>
        <p:nvCxnSpPr>
          <p:cNvPr id="3145730" name="直接箭头连接符 13"/>
          <p:cNvCxnSpPr>
            <a:cxnSpLocks/>
            <a:stCxn id="1048588" idx="3"/>
            <a:endCxn id="1048590" idx="1"/>
          </p:cNvCxnSpPr>
          <p:nvPr/>
        </p:nvCxnSpPr>
        <p:spPr>
          <a:xfrm>
            <a:off x="5855970" y="3429000"/>
            <a:ext cx="607060" cy="0"/>
          </a:xfrm>
          <a:prstGeom prst="straightConnector1"/>
          <a:ln>
            <a:tailEnd type="arrow"/>
          </a:ln>
        </p:spPr>
        <p:style>
          <a:lnRef idx="2">
            <a:schemeClr val="accent1"/>
          </a:lnRef>
          <a:fillRef idx="0">
            <a:srgbClr val="FFFFFF"/>
          </a:fillRef>
          <a:effectRef idx="0">
            <a:srgbClr val="FFFFFF"/>
          </a:effectRef>
          <a:fontRef idx="minor">
            <a:schemeClr val="tx1"/>
          </a:fontRef>
        </p:style>
      </p:cxnSp>
      <p:cxnSp>
        <p:nvCxnSpPr>
          <p:cNvPr id="3145731" name="直接箭头连接符 14"/>
          <p:cNvCxnSpPr>
            <a:cxnSpLocks/>
            <a:stCxn id="1048590" idx="3"/>
            <a:endCxn id="1048589" idx="1"/>
          </p:cNvCxnSpPr>
          <p:nvPr/>
        </p:nvCxnSpPr>
        <p:spPr>
          <a:xfrm>
            <a:off x="8836660" y="3429000"/>
            <a:ext cx="607060" cy="0"/>
          </a:xfrm>
          <a:prstGeom prst="straightConnector1"/>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26" name=""/>
        <p:cNvGrpSpPr/>
        <p:nvPr/>
      </p:nvGrpSpPr>
      <p:grpSpPr>
        <a:xfrm/>
      </p:grpSpPr>
      <p:sp>
        <p:nvSpPr>
          <p:cNvPr id="1048592" name="矩形 59"/>
          <p:cNvSpPr/>
          <p:nvPr/>
        </p:nvSpPr>
        <p:spPr>
          <a:xfrm>
            <a:off x="5545455" y="4461510"/>
            <a:ext cx="5915660" cy="1960880"/>
          </a:xfrm>
          <a:prstGeom prst="rect"/>
          <a:solidFill>
            <a:schemeClr val="bg1">
              <a:lumMod val="95000"/>
            </a:schemeClr>
          </a:solidFill>
          <a:ln w="38100">
            <a:solidFill>
              <a:schemeClr val="bg1">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anchor="ctr" rtlCol="0"/>
          <a:p>
            <a:pPr algn="ctr"/>
            <a:endParaRPr altLang="en-US" lang="zh-CN"/>
          </a:p>
        </p:txBody>
      </p:sp>
      <p:sp>
        <p:nvSpPr>
          <p:cNvPr id="1048593" name="矩形 56"/>
          <p:cNvSpPr/>
          <p:nvPr/>
        </p:nvSpPr>
        <p:spPr>
          <a:xfrm>
            <a:off x="5545455" y="1628775"/>
            <a:ext cx="5915025" cy="2745105"/>
          </a:xfrm>
          <a:prstGeom prst="rect"/>
          <a:solidFill>
            <a:schemeClr val="bg1">
              <a:lumMod val="95000"/>
            </a:schemeClr>
          </a:solidFill>
          <a:ln w="38100">
            <a:solidFill>
              <a:schemeClr val="bg1">
                <a:lumMod val="85000"/>
              </a:schemeClr>
            </a:solidFill>
          </a:ln>
        </p:spPr>
        <p:style>
          <a:lnRef idx="2">
            <a:schemeClr val="accent1">
              <a:lumMod val="75000"/>
            </a:schemeClr>
          </a:lnRef>
          <a:fillRef idx="1">
            <a:schemeClr val="accent1"/>
          </a:fillRef>
          <a:effectRef idx="0">
            <a:srgbClr val="FFFFFF"/>
          </a:effectRef>
          <a:fontRef idx="minor">
            <a:schemeClr val="lt1"/>
          </a:fontRef>
        </p:style>
        <p:txBody>
          <a:bodyPr anchor="ctr" rtlCol="0"/>
          <a:p>
            <a:pPr algn="ctr"/>
            <a:endParaRPr altLang="en-US" lang="zh-CN"/>
          </a:p>
        </p:txBody>
      </p:sp>
      <p:sp>
        <p:nvSpPr>
          <p:cNvPr id="1048594" name="矩形 52"/>
          <p:cNvSpPr/>
          <p:nvPr/>
        </p:nvSpPr>
        <p:spPr>
          <a:xfrm>
            <a:off x="1035050" y="1628775"/>
            <a:ext cx="4436745" cy="4794250"/>
          </a:xfrm>
          <a:prstGeom prst="rect"/>
          <a:solidFill>
            <a:schemeClr val="bg1">
              <a:lumMod val="95000"/>
            </a:schemeClr>
          </a:solidFill>
          <a:ln w="38100">
            <a:solidFill>
              <a:schemeClr val="bg1">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anchor="ctr" rtlCol="0"/>
          <a:p>
            <a:pPr algn="ctr"/>
            <a:endParaRPr altLang="en-US" lang="zh-CN"/>
          </a:p>
        </p:txBody>
      </p:sp>
      <p:sp>
        <p:nvSpPr>
          <p:cNvPr id="1048595" name="文本框 3"/>
          <p:cNvSpPr txBox="1"/>
          <p:nvPr/>
        </p:nvSpPr>
        <p:spPr>
          <a:xfrm>
            <a:off x="678180" y="358140"/>
            <a:ext cx="4587240" cy="460375"/>
          </a:xfrm>
          <a:prstGeom prst="rect"/>
          <a:noFill/>
        </p:spPr>
        <p:txBody>
          <a:bodyPr rtlCol="0" wrap="square">
            <a:spAutoFit/>
          </a:bodyPr>
          <a:p>
            <a:r>
              <a:rPr altLang="en-US" b="1" sz="2400" lang="zh-CN">
                <a:sym typeface="+mn-ea"/>
              </a:rPr>
              <a:t>现存污染源贡献量变化影响分析</a:t>
            </a:r>
            <a:endParaRPr altLang="en-US" b="1" sz="2400" lang="zh-CN"/>
          </a:p>
        </p:txBody>
      </p:sp>
      <p:pic>
        <p:nvPicPr>
          <p:cNvPr id="2097152" name="Label1"/>
          <p:cNvPicPr>
            <a:picLocks/>
          </p:cNvPicPr>
          <p:nvPr/>
        </p:nvPicPr>
        <p:blipFill>
          <a:blip xmlns:r="http://schemas.openxmlformats.org/officeDocument/2006/relationships" r:embed="rId4"/>
          <a:stretch>
            <a:fillRect/>
          </a:stretch>
        </p:blipFill>
        <p:spPr>
          <a:xfrm>
            <a:off x="1035050" y="1097915"/>
            <a:ext cx="3833495" cy="381000"/>
          </a:xfrm>
          <a:prstGeom prst="rect"/>
        </p:spPr>
      </p:pic>
      <p:pic>
        <p:nvPicPr>
          <p:cNvPr id="2097153" name="CommandButton1"/>
          <p:cNvPicPr>
            <a:picLocks/>
          </p:cNvPicPr>
          <p:nvPr/>
        </p:nvPicPr>
        <p:blipFill>
          <a:blip xmlns:r="http://schemas.openxmlformats.org/officeDocument/2006/relationships" r:embed="rId5"/>
          <a:stretch>
            <a:fillRect/>
          </a:stretch>
        </p:blipFill>
        <p:spPr>
          <a:xfrm>
            <a:off x="4994910" y="1097915"/>
            <a:ext cx="1524000" cy="391795"/>
          </a:xfrm>
          <a:prstGeom prst="rect"/>
        </p:spPr>
      </p:pic>
      <p:sp>
        <p:nvSpPr>
          <p:cNvPr id="1048596" name="椭圆 30"/>
          <p:cNvSpPr/>
          <p:nvPr/>
        </p:nvSpPr>
        <p:spPr>
          <a:xfrm>
            <a:off x="1524635" y="2253615"/>
            <a:ext cx="724535" cy="724535"/>
          </a:xfrm>
          <a:prstGeom prst="ellipse"/>
          <a:noFill/>
          <a:ln w="28575"/>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b="1" lang="zh-CN">
                <a:solidFill>
                  <a:schemeClr val="tx1"/>
                </a:solidFill>
              </a:rPr>
              <a:t>大气</a:t>
            </a:r>
            <a:endParaRPr altLang="en-US" b="1" lang="zh-CN">
              <a:solidFill>
                <a:schemeClr val="tx1"/>
              </a:solidFill>
            </a:endParaRPr>
          </a:p>
        </p:txBody>
      </p:sp>
      <p:sp>
        <p:nvSpPr>
          <p:cNvPr id="1048597" name="椭圆 31"/>
          <p:cNvSpPr/>
          <p:nvPr/>
        </p:nvSpPr>
        <p:spPr>
          <a:xfrm>
            <a:off x="1524635" y="3084195"/>
            <a:ext cx="724535" cy="724535"/>
          </a:xfrm>
          <a:prstGeom prst="ellipse"/>
          <a:noFill/>
          <a:ln w="28575"/>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b="1" lang="zh-CN">
                <a:solidFill>
                  <a:schemeClr val="tx1"/>
                </a:solidFill>
              </a:rPr>
              <a:t>降水</a:t>
            </a:r>
            <a:endParaRPr altLang="en-US" b="1" lang="zh-CN">
              <a:solidFill>
                <a:schemeClr val="tx1"/>
              </a:solidFill>
            </a:endParaRPr>
          </a:p>
        </p:txBody>
      </p:sp>
      <p:sp>
        <p:nvSpPr>
          <p:cNvPr id="1048598" name="椭圆 32"/>
          <p:cNvSpPr/>
          <p:nvPr/>
        </p:nvSpPr>
        <p:spPr>
          <a:xfrm>
            <a:off x="1524635" y="3914775"/>
            <a:ext cx="724535" cy="724535"/>
          </a:xfrm>
          <a:prstGeom prst="ellipse"/>
          <a:noFill/>
          <a:ln w="28575"/>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b="1" lang="zh-CN">
                <a:solidFill>
                  <a:schemeClr val="tx1"/>
                </a:solidFill>
              </a:rPr>
              <a:t>灌溉</a:t>
            </a:r>
            <a:endParaRPr altLang="en-US" b="1" lang="zh-CN">
              <a:solidFill>
                <a:schemeClr val="tx1"/>
              </a:solidFill>
            </a:endParaRPr>
          </a:p>
        </p:txBody>
      </p:sp>
      <p:sp>
        <p:nvSpPr>
          <p:cNvPr id="1048599" name="椭圆 33"/>
          <p:cNvSpPr/>
          <p:nvPr/>
        </p:nvSpPr>
        <p:spPr>
          <a:xfrm>
            <a:off x="1524635" y="4745355"/>
            <a:ext cx="724535" cy="724535"/>
          </a:xfrm>
          <a:prstGeom prst="ellipse"/>
          <a:noFill/>
          <a:ln w="28575"/>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b="1" lang="zh-CN">
                <a:solidFill>
                  <a:schemeClr val="tx1"/>
                </a:solidFill>
              </a:rPr>
              <a:t>肥料</a:t>
            </a:r>
            <a:endParaRPr altLang="en-US" b="1" lang="zh-CN">
              <a:solidFill>
                <a:schemeClr val="tx1"/>
              </a:solidFill>
            </a:endParaRPr>
          </a:p>
        </p:txBody>
      </p:sp>
      <p:sp>
        <p:nvSpPr>
          <p:cNvPr id="1048600" name="椭圆 34"/>
          <p:cNvSpPr/>
          <p:nvPr/>
        </p:nvSpPr>
        <p:spPr>
          <a:xfrm>
            <a:off x="1524635" y="5575935"/>
            <a:ext cx="724535" cy="724535"/>
          </a:xfrm>
          <a:prstGeom prst="ellipse"/>
          <a:noFill/>
          <a:ln w="28575"/>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b="1" lang="zh-CN">
                <a:solidFill>
                  <a:schemeClr val="tx1"/>
                </a:solidFill>
              </a:rPr>
              <a:t>农药</a:t>
            </a:r>
            <a:endParaRPr altLang="en-US" b="1" lang="zh-CN">
              <a:solidFill>
                <a:schemeClr val="tx1"/>
              </a:solidFill>
            </a:endParaRPr>
          </a:p>
        </p:txBody>
      </p:sp>
      <p:sp>
        <p:nvSpPr>
          <p:cNvPr id="1048601" name="椭圆 35"/>
          <p:cNvSpPr/>
          <p:nvPr/>
        </p:nvSpPr>
        <p:spPr>
          <a:xfrm>
            <a:off x="2897505" y="3914775"/>
            <a:ext cx="724535" cy="724535"/>
          </a:xfrm>
          <a:prstGeom prst="ellipse"/>
          <a:solidFill>
            <a:schemeClr val="accent1">
              <a:lumMod val="20000"/>
              <a:lumOff val="80000"/>
            </a:schemeClr>
          </a:solidFill>
          <a:ln w="28575"/>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b="1" lang="zh-CN">
                <a:solidFill>
                  <a:schemeClr val="tx1"/>
                </a:solidFill>
              </a:rPr>
              <a:t>土壤</a:t>
            </a:r>
            <a:endParaRPr altLang="en-US" b="1" lang="zh-CN">
              <a:solidFill>
                <a:schemeClr val="tx1"/>
              </a:solidFill>
            </a:endParaRPr>
          </a:p>
        </p:txBody>
      </p:sp>
      <p:sp>
        <p:nvSpPr>
          <p:cNvPr id="1048602" name="椭圆 36"/>
          <p:cNvSpPr/>
          <p:nvPr/>
        </p:nvSpPr>
        <p:spPr>
          <a:xfrm>
            <a:off x="4270375" y="2254250"/>
            <a:ext cx="724535" cy="724535"/>
          </a:xfrm>
          <a:prstGeom prst="ellipse"/>
          <a:solidFill>
            <a:schemeClr val="accent2">
              <a:lumMod val="20000"/>
              <a:lumOff val="80000"/>
            </a:schemeClr>
          </a:solidFill>
          <a:ln w="28575">
            <a:solidFill>
              <a:schemeClr val="accent2"/>
            </a:solidFill>
          </a:ln>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b="1" lang="zh-CN">
                <a:solidFill>
                  <a:schemeClr val="tx1"/>
                </a:solidFill>
              </a:rPr>
              <a:t>籽粒</a:t>
            </a:r>
            <a:endParaRPr altLang="en-US" b="1" lang="zh-CN">
              <a:solidFill>
                <a:schemeClr val="tx1"/>
              </a:solidFill>
            </a:endParaRPr>
          </a:p>
        </p:txBody>
      </p:sp>
      <p:sp>
        <p:nvSpPr>
          <p:cNvPr id="1048603" name="椭圆 37"/>
          <p:cNvSpPr/>
          <p:nvPr/>
        </p:nvSpPr>
        <p:spPr>
          <a:xfrm>
            <a:off x="4270375" y="3357880"/>
            <a:ext cx="724535" cy="724535"/>
          </a:xfrm>
          <a:prstGeom prst="ellipse"/>
          <a:noFill/>
          <a:ln w="28575"/>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b="1" lang="zh-CN">
                <a:solidFill>
                  <a:schemeClr val="tx1"/>
                </a:solidFill>
              </a:rPr>
              <a:t>秸秆</a:t>
            </a:r>
            <a:endParaRPr altLang="en-US" b="1" lang="zh-CN">
              <a:solidFill>
                <a:schemeClr val="tx1"/>
              </a:solidFill>
            </a:endParaRPr>
          </a:p>
        </p:txBody>
      </p:sp>
      <p:sp>
        <p:nvSpPr>
          <p:cNvPr id="1048604" name="椭圆 38"/>
          <p:cNvSpPr/>
          <p:nvPr/>
        </p:nvSpPr>
        <p:spPr>
          <a:xfrm>
            <a:off x="4270375" y="4461510"/>
            <a:ext cx="724535" cy="724535"/>
          </a:xfrm>
          <a:prstGeom prst="ellipse"/>
          <a:noFill/>
          <a:ln w="28575"/>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b="1" lang="zh-CN">
                <a:solidFill>
                  <a:schemeClr val="tx1"/>
                </a:solidFill>
              </a:rPr>
              <a:t>径流</a:t>
            </a:r>
            <a:endParaRPr altLang="en-US" b="1" lang="zh-CN">
              <a:solidFill>
                <a:schemeClr val="tx1"/>
              </a:solidFill>
            </a:endParaRPr>
          </a:p>
        </p:txBody>
      </p:sp>
      <p:sp>
        <p:nvSpPr>
          <p:cNvPr id="1048605" name="椭圆 39"/>
          <p:cNvSpPr/>
          <p:nvPr/>
        </p:nvSpPr>
        <p:spPr>
          <a:xfrm>
            <a:off x="4270375" y="5565140"/>
            <a:ext cx="724535" cy="724535"/>
          </a:xfrm>
          <a:prstGeom prst="ellipse"/>
          <a:noFill/>
          <a:ln w="28575"/>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b="1" lang="zh-CN">
                <a:solidFill>
                  <a:schemeClr val="tx1"/>
                </a:solidFill>
              </a:rPr>
              <a:t>渗滤</a:t>
            </a:r>
            <a:endParaRPr altLang="en-US" b="1" lang="zh-CN">
              <a:solidFill>
                <a:schemeClr val="tx1"/>
              </a:solidFill>
            </a:endParaRPr>
          </a:p>
        </p:txBody>
      </p:sp>
      <p:cxnSp>
        <p:nvCxnSpPr>
          <p:cNvPr id="3145732" name="直接箭头连接符 40"/>
          <p:cNvCxnSpPr>
            <a:cxnSpLocks/>
            <a:stCxn id="1048596" idx="6"/>
            <a:endCxn id="1048601" idx="2"/>
          </p:cNvCxnSpPr>
          <p:nvPr/>
        </p:nvCxnSpPr>
        <p:spPr>
          <a:xfrm>
            <a:off x="2249170" y="2616200"/>
            <a:ext cx="648335" cy="1661160"/>
          </a:xfrm>
          <a:prstGeom prst="straightConnector1"/>
          <a:ln w="28575">
            <a:tailEnd type="arrow"/>
          </a:ln>
        </p:spPr>
        <p:style>
          <a:lnRef idx="2">
            <a:schemeClr val="accent1"/>
          </a:lnRef>
          <a:fillRef idx="0">
            <a:srgbClr val="FFFFFF"/>
          </a:fillRef>
          <a:effectRef idx="0">
            <a:srgbClr val="FFFFFF"/>
          </a:effectRef>
          <a:fontRef idx="minor">
            <a:schemeClr val="tx1"/>
          </a:fontRef>
        </p:style>
      </p:cxnSp>
      <p:cxnSp>
        <p:nvCxnSpPr>
          <p:cNvPr id="3145733" name="直接箭头连接符 41"/>
          <p:cNvCxnSpPr>
            <a:cxnSpLocks/>
            <a:stCxn id="1048597" idx="6"/>
            <a:endCxn id="1048601" idx="2"/>
          </p:cNvCxnSpPr>
          <p:nvPr/>
        </p:nvCxnSpPr>
        <p:spPr>
          <a:xfrm>
            <a:off x="2249170" y="3446780"/>
            <a:ext cx="648335" cy="830580"/>
          </a:xfrm>
          <a:prstGeom prst="straightConnector1"/>
          <a:ln w="28575">
            <a:tailEnd type="arrow"/>
          </a:ln>
        </p:spPr>
        <p:style>
          <a:lnRef idx="2">
            <a:schemeClr val="accent1"/>
          </a:lnRef>
          <a:fillRef idx="0">
            <a:srgbClr val="FFFFFF"/>
          </a:fillRef>
          <a:effectRef idx="0">
            <a:srgbClr val="FFFFFF"/>
          </a:effectRef>
          <a:fontRef idx="minor">
            <a:schemeClr val="tx1"/>
          </a:fontRef>
        </p:style>
      </p:cxnSp>
      <p:cxnSp>
        <p:nvCxnSpPr>
          <p:cNvPr id="3145734" name="直接箭头连接符 42"/>
          <p:cNvCxnSpPr>
            <a:cxnSpLocks/>
            <a:stCxn id="1048598" idx="6"/>
          </p:cNvCxnSpPr>
          <p:nvPr/>
        </p:nvCxnSpPr>
        <p:spPr>
          <a:xfrm flipV="1">
            <a:off x="2249170" y="4271010"/>
            <a:ext cx="663575" cy="6350"/>
          </a:xfrm>
          <a:prstGeom prst="straightConnector1"/>
          <a:ln w="28575">
            <a:tailEnd type="arrow"/>
          </a:ln>
        </p:spPr>
        <p:style>
          <a:lnRef idx="2">
            <a:schemeClr val="accent1"/>
          </a:lnRef>
          <a:fillRef idx="0">
            <a:srgbClr val="FFFFFF"/>
          </a:fillRef>
          <a:effectRef idx="0">
            <a:srgbClr val="FFFFFF"/>
          </a:effectRef>
          <a:fontRef idx="minor">
            <a:schemeClr val="tx1"/>
          </a:fontRef>
        </p:style>
      </p:cxnSp>
      <p:cxnSp>
        <p:nvCxnSpPr>
          <p:cNvPr id="3145735" name="直接箭头连接符 43"/>
          <p:cNvCxnSpPr>
            <a:cxnSpLocks/>
            <a:stCxn id="1048599" idx="6"/>
            <a:endCxn id="1048601" idx="2"/>
          </p:cNvCxnSpPr>
          <p:nvPr/>
        </p:nvCxnSpPr>
        <p:spPr>
          <a:xfrm flipV="1">
            <a:off x="2249170" y="4277360"/>
            <a:ext cx="648335" cy="830580"/>
          </a:xfrm>
          <a:prstGeom prst="straightConnector1"/>
          <a:ln w="28575">
            <a:tailEnd type="arrow"/>
          </a:ln>
        </p:spPr>
        <p:style>
          <a:lnRef idx="2">
            <a:schemeClr val="accent1"/>
          </a:lnRef>
          <a:fillRef idx="0">
            <a:srgbClr val="FFFFFF"/>
          </a:fillRef>
          <a:effectRef idx="0">
            <a:srgbClr val="FFFFFF"/>
          </a:effectRef>
          <a:fontRef idx="minor">
            <a:schemeClr val="tx1"/>
          </a:fontRef>
        </p:style>
      </p:cxnSp>
      <p:cxnSp>
        <p:nvCxnSpPr>
          <p:cNvPr id="3145736" name="直接箭头连接符 44"/>
          <p:cNvCxnSpPr>
            <a:cxnSpLocks/>
            <a:stCxn id="1048600" idx="6"/>
            <a:endCxn id="1048601" idx="2"/>
          </p:cNvCxnSpPr>
          <p:nvPr/>
        </p:nvCxnSpPr>
        <p:spPr>
          <a:xfrm flipV="1">
            <a:off x="2249170" y="4277360"/>
            <a:ext cx="648335" cy="1661160"/>
          </a:xfrm>
          <a:prstGeom prst="straightConnector1"/>
          <a:ln w="28575">
            <a:tailEnd type="arrow"/>
          </a:ln>
        </p:spPr>
        <p:style>
          <a:lnRef idx="2">
            <a:schemeClr val="accent1"/>
          </a:lnRef>
          <a:fillRef idx="0">
            <a:srgbClr val="FFFFFF"/>
          </a:fillRef>
          <a:effectRef idx="0">
            <a:srgbClr val="FFFFFF"/>
          </a:effectRef>
          <a:fontRef idx="minor">
            <a:schemeClr val="tx1"/>
          </a:fontRef>
        </p:style>
      </p:cxnSp>
      <p:cxnSp>
        <p:nvCxnSpPr>
          <p:cNvPr id="3145737" name="直接箭头连接符 45"/>
          <p:cNvCxnSpPr>
            <a:cxnSpLocks/>
            <a:stCxn id="1048601" idx="6"/>
            <a:endCxn id="1048602" idx="2"/>
          </p:cNvCxnSpPr>
          <p:nvPr/>
        </p:nvCxnSpPr>
        <p:spPr>
          <a:xfrm flipV="1">
            <a:off x="3622040" y="2616835"/>
            <a:ext cx="648335" cy="1660525"/>
          </a:xfrm>
          <a:prstGeom prst="straightConnector1"/>
          <a:ln w="28575">
            <a:tailEnd type="arrow"/>
          </a:ln>
        </p:spPr>
        <p:style>
          <a:lnRef idx="2">
            <a:schemeClr val="accent1"/>
          </a:lnRef>
          <a:fillRef idx="0">
            <a:srgbClr val="FFFFFF"/>
          </a:fillRef>
          <a:effectRef idx="0">
            <a:srgbClr val="FFFFFF"/>
          </a:effectRef>
          <a:fontRef idx="minor">
            <a:schemeClr val="tx1"/>
          </a:fontRef>
        </p:style>
      </p:cxnSp>
      <p:cxnSp>
        <p:nvCxnSpPr>
          <p:cNvPr id="3145738" name="直接箭头连接符 46"/>
          <p:cNvCxnSpPr>
            <a:cxnSpLocks/>
            <a:stCxn id="1048601" idx="6"/>
            <a:endCxn id="1048603" idx="2"/>
          </p:cNvCxnSpPr>
          <p:nvPr/>
        </p:nvCxnSpPr>
        <p:spPr>
          <a:xfrm flipV="1">
            <a:off x="3622040" y="3720465"/>
            <a:ext cx="648335" cy="556895"/>
          </a:xfrm>
          <a:prstGeom prst="straightConnector1"/>
          <a:ln w="28575">
            <a:tailEnd type="arrow"/>
          </a:ln>
        </p:spPr>
        <p:style>
          <a:lnRef idx="2">
            <a:schemeClr val="accent1"/>
          </a:lnRef>
          <a:fillRef idx="0">
            <a:srgbClr val="FFFFFF"/>
          </a:fillRef>
          <a:effectRef idx="0">
            <a:srgbClr val="FFFFFF"/>
          </a:effectRef>
          <a:fontRef idx="minor">
            <a:schemeClr val="tx1"/>
          </a:fontRef>
        </p:style>
      </p:cxnSp>
      <p:cxnSp>
        <p:nvCxnSpPr>
          <p:cNvPr id="3145739" name="直接箭头连接符 47"/>
          <p:cNvCxnSpPr>
            <a:cxnSpLocks/>
            <a:endCxn id="1048604" idx="2"/>
          </p:cNvCxnSpPr>
          <p:nvPr/>
        </p:nvCxnSpPr>
        <p:spPr>
          <a:xfrm>
            <a:off x="3606800" y="4271010"/>
            <a:ext cx="663575" cy="553085"/>
          </a:xfrm>
          <a:prstGeom prst="straightConnector1"/>
          <a:ln w="28575">
            <a:tailEnd type="arrow"/>
          </a:ln>
        </p:spPr>
        <p:style>
          <a:lnRef idx="2">
            <a:schemeClr val="accent1"/>
          </a:lnRef>
          <a:fillRef idx="0">
            <a:srgbClr val="FFFFFF"/>
          </a:fillRef>
          <a:effectRef idx="0">
            <a:srgbClr val="FFFFFF"/>
          </a:effectRef>
          <a:fontRef idx="minor">
            <a:schemeClr val="tx1"/>
          </a:fontRef>
        </p:style>
      </p:cxnSp>
      <p:cxnSp>
        <p:nvCxnSpPr>
          <p:cNvPr id="3145740" name="直接箭头连接符 48"/>
          <p:cNvCxnSpPr>
            <a:cxnSpLocks/>
            <a:endCxn id="1048605" idx="2"/>
          </p:cNvCxnSpPr>
          <p:nvPr/>
        </p:nvCxnSpPr>
        <p:spPr>
          <a:xfrm>
            <a:off x="3606800" y="4271010"/>
            <a:ext cx="663575" cy="1656715"/>
          </a:xfrm>
          <a:prstGeom prst="straightConnector1"/>
          <a:ln w="28575">
            <a:tailEnd type="arrow"/>
          </a:ln>
        </p:spPr>
        <p:style>
          <a:lnRef idx="2">
            <a:schemeClr val="accent1"/>
          </a:lnRef>
          <a:fillRef idx="0">
            <a:srgbClr val="FFFFFF"/>
          </a:fillRef>
          <a:effectRef idx="0">
            <a:srgbClr val="FFFFFF"/>
          </a:effectRef>
          <a:fontRef idx="minor">
            <a:schemeClr val="tx1"/>
          </a:fontRef>
        </p:style>
      </p:cxnSp>
      <p:cxnSp>
        <p:nvCxnSpPr>
          <p:cNvPr id="3145741" name="直接箭头连接符 49"/>
          <p:cNvCxnSpPr>
            <a:cxnSpLocks/>
            <a:stCxn id="1048596" idx="6"/>
            <a:endCxn id="1048602" idx="2"/>
          </p:cNvCxnSpPr>
          <p:nvPr/>
        </p:nvCxnSpPr>
        <p:spPr>
          <a:xfrm>
            <a:off x="2249170" y="2616200"/>
            <a:ext cx="2021205" cy="635"/>
          </a:xfrm>
          <a:prstGeom prst="straightConnector1"/>
          <a:ln w="28575">
            <a:solidFill>
              <a:schemeClr val="accent2"/>
            </a:solidFill>
            <a:tailEnd type="arrow"/>
          </a:ln>
        </p:spPr>
        <p:style>
          <a:lnRef idx="2">
            <a:schemeClr val="accent1"/>
          </a:lnRef>
          <a:fillRef idx="0">
            <a:srgbClr val="FFFFFF"/>
          </a:fillRef>
          <a:effectRef idx="0">
            <a:srgbClr val="FFFFFF"/>
          </a:effectRef>
          <a:fontRef idx="minor">
            <a:schemeClr val="tx1"/>
          </a:fontRef>
        </p:style>
      </p:cxnSp>
      <p:cxnSp>
        <p:nvCxnSpPr>
          <p:cNvPr id="3145742" name="直接箭头连接符 50"/>
          <p:cNvCxnSpPr>
            <a:cxnSpLocks/>
            <a:stCxn id="1048597" idx="6"/>
            <a:endCxn id="1048602" idx="2"/>
          </p:cNvCxnSpPr>
          <p:nvPr/>
        </p:nvCxnSpPr>
        <p:spPr>
          <a:xfrm flipV="1">
            <a:off x="2249170" y="2616835"/>
            <a:ext cx="2021205" cy="829945"/>
          </a:xfrm>
          <a:prstGeom prst="straightConnector1"/>
          <a:ln w="28575">
            <a:solidFill>
              <a:schemeClr val="accent2"/>
            </a:solidFill>
            <a:tailEnd type="arrow"/>
          </a:ln>
        </p:spPr>
        <p:style>
          <a:lnRef idx="2">
            <a:schemeClr val="accent1"/>
          </a:lnRef>
          <a:fillRef idx="0">
            <a:srgbClr val="FFFFFF"/>
          </a:fillRef>
          <a:effectRef idx="0">
            <a:srgbClr val="FFFFFF"/>
          </a:effectRef>
          <a:fontRef idx="minor">
            <a:schemeClr val="tx1"/>
          </a:fontRef>
        </p:style>
      </p:cxnSp>
      <p:cxnSp>
        <p:nvCxnSpPr>
          <p:cNvPr id="3145743" name="直接箭头连接符 51"/>
          <p:cNvCxnSpPr>
            <a:cxnSpLocks/>
          </p:cNvCxnSpPr>
          <p:nvPr/>
        </p:nvCxnSpPr>
        <p:spPr>
          <a:xfrm flipV="1">
            <a:off x="2249170" y="2626360"/>
            <a:ext cx="2021840" cy="1629410"/>
          </a:xfrm>
          <a:prstGeom prst="straightConnector1"/>
          <a:ln w="28575">
            <a:solidFill>
              <a:schemeClr val="accent2"/>
            </a:solidFill>
            <a:tailEnd type="arrow"/>
          </a:ln>
        </p:spPr>
        <p:style>
          <a:lnRef idx="2">
            <a:schemeClr val="accent1"/>
          </a:lnRef>
          <a:fillRef idx="0">
            <a:srgbClr val="FFFFFF"/>
          </a:fillRef>
          <a:effectRef idx="0">
            <a:srgbClr val="FFFFFF"/>
          </a:effectRef>
          <a:fontRef idx="minor">
            <a:schemeClr val="tx1"/>
          </a:fontRef>
        </p:style>
      </p:cxnSp>
      <p:sp>
        <p:nvSpPr>
          <p:cNvPr id="1048606" name="矩形 53"/>
          <p:cNvSpPr/>
          <p:nvPr/>
        </p:nvSpPr>
        <p:spPr>
          <a:xfrm>
            <a:off x="1035050" y="1626870"/>
            <a:ext cx="1856105" cy="436880"/>
          </a:xfrm>
          <a:prstGeom prst="rect"/>
          <a:solidFill>
            <a:schemeClr val="bg1">
              <a:lumMod val="75000"/>
            </a:schemeClr>
          </a:solidFill>
          <a:ln>
            <a:noFill/>
          </a:ln>
          <a:effectLst>
            <a:outerShdw algn="tl" blurRad="50800" dir="2700000" dist="38100"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b="1" lang="zh-CN">
                <a:solidFill>
                  <a:schemeClr val="tx1"/>
                </a:solidFill>
              </a:rPr>
              <a:t>结果因果模型</a:t>
            </a:r>
            <a:endParaRPr altLang="en-US" b="1" lang="zh-CN">
              <a:solidFill>
                <a:schemeClr val="tx1"/>
              </a:solidFill>
            </a:endParaRPr>
          </a:p>
        </p:txBody>
      </p:sp>
      <p:graphicFrame>
        <p:nvGraphicFramePr>
          <p:cNvPr id="4194304" name="图表 54"/>
          <p:cNvGraphicFramePr>
            <a:graphicFrameLocks/>
          </p:cNvGraphicFramePr>
          <p:nvPr/>
        </p:nvGraphicFramePr>
        <p:xfrm>
          <a:off x="4677410" y="1254125"/>
          <a:ext cx="4937125" cy="3264535"/>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4194305" name="图表 55"/>
          <p:cNvGraphicFramePr>
            <a:graphicFrameLocks/>
          </p:cNvGraphicFramePr>
          <p:nvPr/>
        </p:nvGraphicFramePr>
        <p:xfrm>
          <a:off x="7430770" y="1268730"/>
          <a:ext cx="4937125" cy="3264535"/>
        </p:xfrm>
        <a:graphic>
          <a:graphicData uri="http://schemas.openxmlformats.org/drawingml/2006/chart">
            <c:chart xmlns:c="http://schemas.openxmlformats.org/drawingml/2006/chart" xmlns:r="http://schemas.openxmlformats.org/officeDocument/2006/relationships" r:id="rId2"/>
          </a:graphicData>
        </a:graphic>
      </p:graphicFrame>
      <p:sp>
        <p:nvSpPr>
          <p:cNvPr id="1048607" name="矩形 57"/>
          <p:cNvSpPr/>
          <p:nvPr/>
        </p:nvSpPr>
        <p:spPr>
          <a:xfrm>
            <a:off x="5552440" y="1628775"/>
            <a:ext cx="1856105" cy="436880"/>
          </a:xfrm>
          <a:prstGeom prst="rect"/>
          <a:solidFill>
            <a:schemeClr val="bg1">
              <a:lumMod val="75000"/>
            </a:schemeClr>
          </a:solidFill>
          <a:ln>
            <a:noFill/>
          </a:ln>
          <a:effectLst>
            <a:outerShdw algn="tl" blurRad="50800" dir="2700000" dist="38100"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b="1" lang="zh-CN">
                <a:solidFill>
                  <a:schemeClr val="tx1"/>
                </a:solidFill>
              </a:rPr>
              <a:t>贡献率解析</a:t>
            </a:r>
            <a:endParaRPr altLang="en-US" b="1" lang="zh-CN">
              <a:solidFill>
                <a:schemeClr val="tx1"/>
              </a:solidFill>
            </a:endParaRPr>
          </a:p>
        </p:txBody>
      </p:sp>
      <p:graphicFrame>
        <p:nvGraphicFramePr>
          <p:cNvPr id="4194306" name="图表 58"/>
          <p:cNvGraphicFramePr>
            <a:graphicFrameLocks/>
          </p:cNvGraphicFramePr>
          <p:nvPr/>
        </p:nvGraphicFramePr>
        <p:xfrm>
          <a:off x="5597525" y="4693920"/>
          <a:ext cx="4003675" cy="1816735"/>
        </p:xfrm>
        <a:graphic>
          <a:graphicData uri="http://schemas.openxmlformats.org/drawingml/2006/chart">
            <c:chart xmlns:c="http://schemas.openxmlformats.org/drawingml/2006/chart" xmlns:r="http://schemas.openxmlformats.org/officeDocument/2006/relationships" r:id="rId3"/>
          </a:graphicData>
        </a:graphic>
      </p:graphicFrame>
      <p:sp>
        <p:nvSpPr>
          <p:cNvPr id="1048608" name="矩形 60"/>
          <p:cNvSpPr/>
          <p:nvPr/>
        </p:nvSpPr>
        <p:spPr>
          <a:xfrm>
            <a:off x="5581650" y="4476115"/>
            <a:ext cx="1856105" cy="436880"/>
          </a:xfrm>
          <a:prstGeom prst="rect"/>
          <a:solidFill>
            <a:schemeClr val="bg1">
              <a:lumMod val="75000"/>
            </a:schemeClr>
          </a:solidFill>
          <a:ln>
            <a:noFill/>
          </a:ln>
          <a:effectLst>
            <a:outerShdw algn="tl" blurRad="50800" dir="2700000" dist="38100"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b="1" lang="zh-CN">
                <a:solidFill>
                  <a:schemeClr val="tx1"/>
                </a:solidFill>
              </a:rPr>
              <a:t>变化影响分析</a:t>
            </a:r>
            <a:endParaRPr altLang="en-US" b="1" lang="zh-CN">
              <a:solidFill>
                <a:schemeClr val="tx1"/>
              </a:solidFill>
            </a:endParaRPr>
          </a:p>
        </p:txBody>
      </p:sp>
      <p:pic>
        <p:nvPicPr>
          <p:cNvPr id="2097154" name="ComboBox1"/>
          <p:cNvPicPr>
            <a:picLocks/>
          </p:cNvPicPr>
          <p:nvPr/>
        </p:nvPicPr>
        <p:blipFill>
          <a:blip xmlns:r="http://schemas.openxmlformats.org/officeDocument/2006/relationships" r:embed="rId6"/>
          <a:stretch>
            <a:fillRect/>
          </a:stretch>
        </p:blipFill>
        <p:spPr>
          <a:xfrm>
            <a:off x="9169400" y="5076190"/>
            <a:ext cx="1403350" cy="381000"/>
          </a:xfrm>
          <a:prstGeom prst="rect"/>
        </p:spPr>
      </p:pic>
      <p:pic>
        <p:nvPicPr>
          <p:cNvPr id="2097155" name="CommandButton2"/>
          <p:cNvPicPr>
            <a:picLocks/>
          </p:cNvPicPr>
          <p:nvPr/>
        </p:nvPicPr>
        <p:blipFill>
          <a:blip xmlns:r="http://schemas.openxmlformats.org/officeDocument/2006/relationships" r:embed="rId7"/>
          <a:stretch>
            <a:fillRect/>
          </a:stretch>
        </p:blipFill>
        <p:spPr>
          <a:xfrm>
            <a:off x="10631170" y="5077460"/>
            <a:ext cx="618490" cy="791845"/>
          </a:xfrm>
          <a:prstGeom prst="rect"/>
        </p:spPr>
      </p:pic>
      <p:pic>
        <p:nvPicPr>
          <p:cNvPr id="2097156" name="ComboBox3"/>
          <p:cNvPicPr>
            <a:picLocks/>
          </p:cNvPicPr>
          <p:nvPr/>
        </p:nvPicPr>
        <p:blipFill>
          <a:blip xmlns:r="http://schemas.openxmlformats.org/officeDocument/2006/relationships" r:embed="rId8"/>
          <a:stretch>
            <a:fillRect/>
          </a:stretch>
        </p:blipFill>
        <p:spPr>
          <a:xfrm>
            <a:off x="6962140" y="1097915"/>
            <a:ext cx="2806065" cy="381000"/>
          </a:xfrm>
          <a:prstGeom prst="rect"/>
        </p:spPr>
      </p:pic>
      <p:pic>
        <p:nvPicPr>
          <p:cNvPr id="2097157" name="CommandButton3"/>
          <p:cNvPicPr>
            <a:picLocks/>
          </p:cNvPicPr>
          <p:nvPr/>
        </p:nvPicPr>
        <p:blipFill>
          <a:blip xmlns:r="http://schemas.openxmlformats.org/officeDocument/2006/relationships" r:embed="rId9"/>
          <a:stretch>
            <a:fillRect/>
          </a:stretch>
        </p:blipFill>
        <p:spPr>
          <a:xfrm>
            <a:off x="9936480" y="1097915"/>
            <a:ext cx="1524000" cy="377190"/>
          </a:xfrm>
          <a:prstGeom prst="rect"/>
        </p:spPr>
      </p:pic>
      <p:pic>
        <p:nvPicPr>
          <p:cNvPr id="2097158" name="TextEdit1"/>
          <p:cNvPicPr>
            <a:picLocks/>
          </p:cNvPicPr>
          <p:nvPr/>
        </p:nvPicPr>
        <p:blipFill>
          <a:blip xmlns:r="http://schemas.openxmlformats.org/officeDocument/2006/relationships" r:embed="rId10"/>
          <a:stretch>
            <a:fillRect/>
          </a:stretch>
        </p:blipFill>
        <p:spPr>
          <a:xfrm>
            <a:off x="9170035" y="5488305"/>
            <a:ext cx="1401445" cy="381000"/>
          </a:xfrm>
          <a:prstGeom prst="rect"/>
        </p:spPr>
      </p:pic>
      <p:pic>
        <p:nvPicPr>
          <p:cNvPr id="2097159" name="OptionButton1"/>
          <p:cNvPicPr>
            <a:picLocks/>
          </p:cNvPicPr>
          <p:nvPr/>
        </p:nvPicPr>
        <p:blipFill>
          <a:blip xmlns:r="http://schemas.openxmlformats.org/officeDocument/2006/relationships" r:embed="rId11"/>
          <a:stretch>
            <a:fillRect/>
          </a:stretch>
        </p:blipFill>
        <p:spPr>
          <a:xfrm>
            <a:off x="8980170" y="4578350"/>
            <a:ext cx="1134745" cy="395605"/>
          </a:xfrm>
          <a:prstGeom prst="rect"/>
        </p:spPr>
      </p:pic>
      <p:pic>
        <p:nvPicPr>
          <p:cNvPr id="2097160" name="OptionButton2"/>
          <p:cNvPicPr>
            <a:picLocks/>
          </p:cNvPicPr>
          <p:nvPr/>
        </p:nvPicPr>
        <p:blipFill>
          <a:blip xmlns:r="http://schemas.openxmlformats.org/officeDocument/2006/relationships" r:embed="rId12"/>
          <a:stretch>
            <a:fillRect/>
          </a:stretch>
        </p:blipFill>
        <p:spPr>
          <a:xfrm>
            <a:off x="10145395" y="4578350"/>
            <a:ext cx="1134745" cy="395605"/>
          </a:xfrm>
          <a:prstGeom prst="rect"/>
        </p:spPr>
      </p:pic>
      <mc:AlternateContent xmlns:mc="http://schemas.openxmlformats.org/markup-compatibility/2006">
        <mc:Choice xmlns:p14="http://schemas.microsoft.com/office/powerpoint/2010/main" Requires="p14">
          <p:contentPart p14:bwMode="auto" r:id="rId13">
            <p14:nvContentPartPr>
              <p14:cNvPr id="1048806" name=""/>
              <p14:cNvContentPartPr/>
              <p14:nvPr/>
            </p14:nvContentPartPr>
            <p14:xfrm>
              <a:off x="6987053" y="417848"/>
              <a:ext cx="794333" cy="310742"/>
            </p14:xfrm>
          </p:contentPart>
        </mc:Choice>
        <mc:Fallback>
          <p:sp>
            <p:nvSpPr>
              <p:cNvPr id="1048806" name=""/>
              <p:cNvSpPr/>
              <p:nvPr/>
            </p:nvSpPr>
            <p:spPr>
              <a:xfrm>
                <a:off x="6987053" y="417848"/>
                <a:ext cx="794333" cy="310742"/>
              </a:xfrm>
            </p:spPr>
          </p:sp>
        </mc:Fallback>
      </mc:AlternateContent>
      <mc:AlternateContent xmlns:mc="http://schemas.openxmlformats.org/markup-compatibility/2006">
        <mc:Choice xmlns:p14="http://schemas.microsoft.com/office/powerpoint/2010/main" Requires="p14">
          <p:contentPart p14:bwMode="auto" r:id="rId14">
            <p14:nvContentPartPr>
              <p14:cNvPr id="1048807" name=""/>
              <p14:cNvContentPartPr/>
              <p14:nvPr/>
            </p14:nvContentPartPr>
            <p14:xfrm>
              <a:off x="6935571" y="477169"/>
              <a:ext cx="639621" cy="514178"/>
            </p14:xfrm>
          </p:contentPart>
        </mc:Choice>
        <mc:Fallback>
          <p:sp>
            <p:nvSpPr>
              <p:cNvPr id="1048807" name=""/>
              <p:cNvSpPr/>
              <p:nvPr/>
            </p:nvSpPr>
            <p:spPr>
              <a:xfrm>
                <a:off x="6935571" y="477169"/>
                <a:ext cx="639621" cy="514178"/>
              </a:xfrm>
            </p:spPr>
          </p:sp>
        </mc:Fallback>
      </mc:AlternateContent>
      <mc:AlternateContent xmlns:mc="http://schemas.openxmlformats.org/markup-compatibility/2006">
        <mc:Choice xmlns:p14="http://schemas.microsoft.com/office/powerpoint/2010/main" Requires="p14">
          <p:contentPart p14:bwMode="auto" r:id="rId15">
            <p14:nvContentPartPr>
              <p14:cNvPr id="1048808" name=""/>
              <p14:cNvContentPartPr/>
              <p14:nvPr/>
            </p14:nvContentPartPr>
            <p14:xfrm>
              <a:off x="9535501" y="8171984"/>
              <a:ext cx="1247244" cy="87560"/>
            </p14:xfrm>
          </p:contentPart>
        </mc:Choice>
        <mc:Fallback>
          <p:sp>
            <p:nvSpPr>
              <p:cNvPr id="1048808" name=""/>
              <p:cNvSpPr/>
              <p:nvPr/>
            </p:nvSpPr>
            <p:spPr>
              <a:xfrm>
                <a:off x="9535501" y="8171984"/>
                <a:ext cx="1247244" cy="87560"/>
              </a:xfrm>
            </p:spPr>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27" name=""/>
        <p:cNvGrpSpPr/>
        <p:nvPr/>
      </p:nvGrpSpPr>
      <p:grpSpPr>
        <a:xfrm/>
      </p:grpSpPr>
      <p:sp>
        <p:nvSpPr>
          <p:cNvPr id="1048609" name="圆角矩形 3"/>
          <p:cNvSpPr/>
          <p:nvPr/>
        </p:nvSpPr>
        <p:spPr>
          <a:xfrm>
            <a:off x="1688465" y="102171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原始数据</a:t>
            </a:r>
            <a:endParaRPr altLang="en-US" lang="zh-CN"/>
          </a:p>
        </p:txBody>
      </p:sp>
      <p:sp>
        <p:nvSpPr>
          <p:cNvPr id="1048610" name="圆角矩形 4"/>
          <p:cNvSpPr/>
          <p:nvPr/>
        </p:nvSpPr>
        <p:spPr>
          <a:xfrm>
            <a:off x="1688465" y="214439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栅格化处理</a:t>
            </a:r>
            <a:endParaRPr altLang="en-US" lang="zh-CN"/>
          </a:p>
        </p:txBody>
      </p:sp>
      <p:sp>
        <p:nvSpPr>
          <p:cNvPr id="1048611" name="圆角矩形 5"/>
          <p:cNvSpPr/>
          <p:nvPr/>
        </p:nvSpPr>
        <p:spPr>
          <a:xfrm>
            <a:off x="1688465" y="326707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建立结构</a:t>
            </a:r>
            <a:endParaRPr altLang="en-US" lang="zh-CN"/>
          </a:p>
          <a:p>
            <a:pPr algn="ctr"/>
            <a:r>
              <a:rPr altLang="en-US" lang="zh-CN"/>
              <a:t>因果模型</a:t>
            </a:r>
            <a:endParaRPr altLang="en-US" lang="zh-CN"/>
          </a:p>
        </p:txBody>
      </p:sp>
      <p:cxnSp>
        <p:nvCxnSpPr>
          <p:cNvPr id="3145744" name="直接箭头连接符 6"/>
          <p:cNvCxnSpPr>
            <a:cxnSpLocks/>
            <a:stCxn id="1048609" idx="2"/>
            <a:endCxn id="1048610" idx="0"/>
          </p:cNvCxnSpPr>
          <p:nvPr/>
        </p:nvCxnSpPr>
        <p:spPr>
          <a:xfrm>
            <a:off x="2420620" y="1504315"/>
            <a:ext cx="0" cy="640080"/>
          </a:xfrm>
          <a:prstGeom prst="straightConnector1"/>
          <a:ln>
            <a:tailEnd type="arrow"/>
          </a:ln>
        </p:spPr>
        <p:style>
          <a:lnRef idx="2">
            <a:schemeClr val="accent1"/>
          </a:lnRef>
          <a:fillRef idx="0">
            <a:srgbClr val="FFFFFF"/>
          </a:fillRef>
          <a:effectRef idx="0">
            <a:srgbClr val="FFFFFF"/>
          </a:effectRef>
          <a:fontRef idx="minor">
            <a:schemeClr val="tx1"/>
          </a:fontRef>
        </p:style>
      </p:cxnSp>
      <p:cxnSp>
        <p:nvCxnSpPr>
          <p:cNvPr id="3145745" name="直接箭头连接符 7"/>
          <p:cNvCxnSpPr>
            <a:cxnSpLocks/>
            <a:stCxn id="1048610" idx="2"/>
            <a:endCxn id="1048611" idx="0"/>
          </p:cNvCxnSpPr>
          <p:nvPr/>
        </p:nvCxnSpPr>
        <p:spPr>
          <a:xfrm>
            <a:off x="2420620" y="2626995"/>
            <a:ext cx="0" cy="640080"/>
          </a:xfrm>
          <a:prstGeom prst="straightConnector1"/>
          <a:ln>
            <a:tailEnd type="arrow"/>
          </a:ln>
        </p:spPr>
        <p:style>
          <a:lnRef idx="2">
            <a:schemeClr val="accent1"/>
          </a:lnRef>
          <a:fillRef idx="0">
            <a:srgbClr val="FFFFFF"/>
          </a:fillRef>
          <a:effectRef idx="0">
            <a:srgbClr val="FFFFFF"/>
          </a:effectRef>
          <a:fontRef idx="minor">
            <a:schemeClr val="tx1"/>
          </a:fontRef>
        </p:style>
      </p:cxnSp>
      <p:cxnSp>
        <p:nvCxnSpPr>
          <p:cNvPr id="3145746" name="肘形连接符 8"/>
          <p:cNvCxnSpPr>
            <a:cxnSpLocks/>
            <a:stCxn id="1048609" idx="1"/>
            <a:endCxn id="1048611" idx="1"/>
          </p:cNvCxnSpPr>
          <p:nvPr/>
        </p:nvCxnSpPr>
        <p:spPr>
          <a:xfrm rot="10800000" flipH="1" flipV="1">
            <a:off x="1688465" y="1263015"/>
            <a:ext cx="3175" cy="2245360"/>
          </a:xfrm>
          <a:prstGeom prst="bentConnector3">
            <a:avLst>
              <a:gd name="adj1" fmla="val -7500000"/>
            </a:avLst>
          </a:prstGeom>
          <a:ln>
            <a:tailEnd type="arrow"/>
          </a:ln>
        </p:spPr>
        <p:style>
          <a:lnRef idx="2">
            <a:schemeClr val="accent1"/>
          </a:lnRef>
          <a:fillRef idx="0">
            <a:srgbClr val="FFFFFF"/>
          </a:fillRef>
          <a:effectRef idx="0">
            <a:srgbClr val="FFFFFF"/>
          </a:effectRef>
          <a:fontRef idx="minor">
            <a:schemeClr val="tx1"/>
          </a:fontRef>
        </p:style>
      </p:cxnSp>
      <p:sp>
        <p:nvSpPr>
          <p:cNvPr id="1048612" name="文本框 9"/>
          <p:cNvSpPr txBox="1"/>
          <p:nvPr/>
        </p:nvSpPr>
        <p:spPr>
          <a:xfrm>
            <a:off x="2420620" y="1640205"/>
            <a:ext cx="768985" cy="368300"/>
          </a:xfrm>
          <a:prstGeom prst="rect"/>
          <a:noFill/>
        </p:spPr>
        <p:txBody>
          <a:bodyPr rtlCol="0" wrap="square">
            <a:spAutoFit/>
          </a:bodyPr>
          <a:p>
            <a:r>
              <a:rPr altLang="en-US" lang="zh-CN"/>
              <a:t>需要</a:t>
            </a:r>
            <a:endParaRPr altLang="en-US" lang="zh-CN"/>
          </a:p>
        </p:txBody>
      </p:sp>
      <p:sp>
        <p:nvSpPr>
          <p:cNvPr id="1048613" name="文本框 10"/>
          <p:cNvSpPr txBox="1"/>
          <p:nvPr/>
        </p:nvSpPr>
        <p:spPr>
          <a:xfrm>
            <a:off x="945515" y="1640205"/>
            <a:ext cx="512445" cy="891540"/>
          </a:xfrm>
          <a:prstGeom prst="rect"/>
          <a:noFill/>
        </p:spPr>
        <p:txBody>
          <a:bodyPr rtlCol="0" wrap="square">
            <a:spAutoFit/>
          </a:bodyPr>
          <a:p>
            <a:r>
              <a:rPr altLang="en-US" lang="zh-CN"/>
              <a:t>不需要</a:t>
            </a:r>
            <a:endParaRPr altLang="en-US" lang="zh-CN"/>
          </a:p>
        </p:txBody>
      </p:sp>
      <p:sp>
        <p:nvSpPr>
          <p:cNvPr id="1048614" name="圆角矩形 11"/>
          <p:cNvSpPr/>
          <p:nvPr/>
        </p:nvSpPr>
        <p:spPr>
          <a:xfrm>
            <a:off x="3550920" y="326707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指定</a:t>
            </a:r>
            <a:endParaRPr altLang="en-US" lang="zh-CN"/>
          </a:p>
          <a:p>
            <a:pPr algn="ctr"/>
            <a:r>
              <a:rPr altLang="en-US" lang="zh-CN"/>
              <a:t>模型类型</a:t>
            </a:r>
            <a:endParaRPr altLang="en-US" lang="zh-CN"/>
          </a:p>
        </p:txBody>
      </p:sp>
      <p:cxnSp>
        <p:nvCxnSpPr>
          <p:cNvPr id="3145747" name="直接箭头连接符 12"/>
          <p:cNvCxnSpPr>
            <a:cxnSpLocks/>
            <a:stCxn id="1048614" idx="1"/>
            <a:endCxn id="1048611" idx="3"/>
          </p:cNvCxnSpPr>
          <p:nvPr/>
        </p:nvCxnSpPr>
        <p:spPr>
          <a:xfrm flipH="1">
            <a:off x="3152140" y="3508375"/>
            <a:ext cx="398780" cy="0"/>
          </a:xfrm>
          <a:prstGeom prst="straightConnector1"/>
          <a:ln>
            <a:tailEnd type="arrow"/>
          </a:ln>
        </p:spPr>
        <p:style>
          <a:lnRef idx="2">
            <a:schemeClr val="accent1"/>
          </a:lnRef>
          <a:fillRef idx="0">
            <a:srgbClr val="FFFFFF"/>
          </a:fillRef>
          <a:effectRef idx="0">
            <a:srgbClr val="FFFFFF"/>
          </a:effectRef>
          <a:fontRef idx="minor">
            <a:schemeClr val="tx1"/>
          </a:fontRef>
        </p:style>
      </p:cxnSp>
      <p:sp>
        <p:nvSpPr>
          <p:cNvPr id="1048615" name="圆角矩形 13"/>
          <p:cNvSpPr/>
          <p:nvPr/>
        </p:nvSpPr>
        <p:spPr>
          <a:xfrm>
            <a:off x="1691640" y="15303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数据文件</a:t>
            </a:r>
            <a:endParaRPr altLang="en-US" lang="zh-CN"/>
          </a:p>
        </p:txBody>
      </p:sp>
      <p:cxnSp>
        <p:nvCxnSpPr>
          <p:cNvPr id="3145748" name="直接箭头连接符 14"/>
          <p:cNvCxnSpPr>
            <a:cxnSpLocks/>
            <a:stCxn id="1048615" idx="2"/>
            <a:endCxn id="1048609" idx="0"/>
          </p:cNvCxnSpPr>
          <p:nvPr/>
        </p:nvCxnSpPr>
        <p:spPr>
          <a:xfrm flipH="1">
            <a:off x="2420620" y="635635"/>
            <a:ext cx="3175" cy="386080"/>
          </a:xfrm>
          <a:prstGeom prst="straightConnector1"/>
          <a:ln>
            <a:tailEnd type="arrow"/>
          </a:ln>
        </p:spPr>
        <p:style>
          <a:lnRef idx="2">
            <a:schemeClr val="accent1"/>
          </a:lnRef>
          <a:fillRef idx="0">
            <a:srgbClr val="FFFFFF"/>
          </a:fillRef>
          <a:effectRef idx="0">
            <a:srgbClr val="FFFFFF"/>
          </a:effectRef>
          <a:fontRef idx="minor">
            <a:schemeClr val="tx1"/>
          </a:fontRef>
        </p:style>
      </p:cxnSp>
      <p:sp>
        <p:nvSpPr>
          <p:cNvPr id="1048616" name="圆角矩形 15"/>
          <p:cNvSpPr/>
          <p:nvPr/>
        </p:nvSpPr>
        <p:spPr>
          <a:xfrm>
            <a:off x="3550920" y="15303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指定</a:t>
            </a:r>
            <a:endParaRPr altLang="en-US" lang="zh-CN"/>
          </a:p>
          <a:p>
            <a:pPr algn="ctr"/>
            <a:r>
              <a:rPr altLang="en-US" lang="zh-CN"/>
              <a:t>文件路径</a:t>
            </a:r>
            <a:endParaRPr altLang="en-US" lang="zh-CN"/>
          </a:p>
        </p:txBody>
      </p:sp>
      <p:cxnSp>
        <p:nvCxnSpPr>
          <p:cNvPr id="3145749" name="直接箭头连接符 16"/>
          <p:cNvCxnSpPr>
            <a:cxnSpLocks/>
            <a:stCxn id="1048616" idx="1"/>
            <a:endCxn id="1048615" idx="3"/>
          </p:cNvCxnSpPr>
          <p:nvPr/>
        </p:nvCxnSpPr>
        <p:spPr>
          <a:xfrm flipH="1">
            <a:off x="3155315" y="394335"/>
            <a:ext cx="395605" cy="0"/>
          </a:xfrm>
          <a:prstGeom prst="straightConnector1"/>
          <a:ln>
            <a:tailEnd type="arrow"/>
          </a:ln>
        </p:spPr>
        <p:style>
          <a:lnRef idx="2">
            <a:schemeClr val="accent1"/>
          </a:lnRef>
          <a:fillRef idx="0">
            <a:srgbClr val="FFFFFF"/>
          </a:fillRef>
          <a:effectRef idx="0">
            <a:srgbClr val="FFFFFF"/>
          </a:effectRef>
          <a:fontRef idx="minor">
            <a:schemeClr val="tx1"/>
          </a:fontRef>
        </p:style>
      </p:cxnSp>
      <p:cxnSp>
        <p:nvCxnSpPr>
          <p:cNvPr id="3145750" name="直接箭头连接符 17"/>
          <p:cNvCxnSpPr>
            <a:cxnSpLocks/>
            <a:stCxn id="1048611" idx="2"/>
            <a:endCxn id="1048617" idx="0"/>
          </p:cNvCxnSpPr>
          <p:nvPr/>
        </p:nvCxnSpPr>
        <p:spPr>
          <a:xfrm>
            <a:off x="2420620" y="3749675"/>
            <a:ext cx="3175" cy="513080"/>
          </a:xfrm>
          <a:prstGeom prst="straightConnector1"/>
          <a:ln>
            <a:tailEnd type="arrow"/>
          </a:ln>
        </p:spPr>
        <p:style>
          <a:lnRef idx="2">
            <a:schemeClr val="accent1"/>
          </a:lnRef>
          <a:fillRef idx="0">
            <a:srgbClr val="FFFFFF"/>
          </a:fillRef>
          <a:effectRef idx="0">
            <a:srgbClr val="FFFFFF"/>
          </a:effectRef>
          <a:fontRef idx="minor">
            <a:schemeClr val="tx1"/>
          </a:fontRef>
        </p:style>
      </p:cxnSp>
      <p:sp>
        <p:nvSpPr>
          <p:cNvPr id="1048617" name="圆角矩形 18"/>
          <p:cNvSpPr/>
          <p:nvPr/>
        </p:nvSpPr>
        <p:spPr>
          <a:xfrm>
            <a:off x="1691640" y="426275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反事实推理</a:t>
            </a:r>
            <a:endParaRPr altLang="en-US" lang="zh-CN"/>
          </a:p>
        </p:txBody>
      </p:sp>
      <p:sp>
        <p:nvSpPr>
          <p:cNvPr id="1048618" name="圆角矩形 19"/>
          <p:cNvSpPr/>
          <p:nvPr/>
        </p:nvSpPr>
        <p:spPr>
          <a:xfrm>
            <a:off x="1688465" y="525843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贡献率计算</a:t>
            </a:r>
            <a:endParaRPr altLang="en-US" lang="zh-CN"/>
          </a:p>
        </p:txBody>
      </p:sp>
      <p:cxnSp>
        <p:nvCxnSpPr>
          <p:cNvPr id="3145751" name="直接箭头连接符 20"/>
          <p:cNvCxnSpPr>
            <a:cxnSpLocks/>
            <a:stCxn id="1048617" idx="2"/>
            <a:endCxn id="1048618" idx="0"/>
          </p:cNvCxnSpPr>
          <p:nvPr/>
        </p:nvCxnSpPr>
        <p:spPr>
          <a:xfrm flipH="1">
            <a:off x="2420620" y="4745355"/>
            <a:ext cx="3175" cy="513080"/>
          </a:xfrm>
          <a:prstGeom prst="straightConnector1"/>
          <a:ln>
            <a:tailEnd type="arrow"/>
          </a:ln>
        </p:spPr>
        <p:style>
          <a:lnRef idx="2">
            <a:schemeClr val="accent1"/>
          </a:lnRef>
          <a:fillRef idx="0">
            <a:srgbClr val="FFFFFF"/>
          </a:fillRef>
          <a:effectRef idx="0">
            <a:srgbClr val="FFFFFF"/>
          </a:effectRef>
          <a:fontRef idx="minor">
            <a:schemeClr val="tx1"/>
          </a:fontRef>
        </p:style>
      </p:cxnSp>
      <p:sp>
        <p:nvSpPr>
          <p:cNvPr id="1048619" name="圆角矩形 21"/>
          <p:cNvSpPr/>
          <p:nvPr/>
        </p:nvSpPr>
        <p:spPr>
          <a:xfrm>
            <a:off x="5609590" y="388556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指定</a:t>
            </a:r>
            <a:endParaRPr altLang="en-US" lang="zh-CN"/>
          </a:p>
          <a:p>
            <a:pPr algn="ctr"/>
            <a:r>
              <a:rPr altLang="en-US" lang="zh-CN"/>
              <a:t>变量名称</a:t>
            </a:r>
            <a:endParaRPr altLang="en-US" lang="zh-CN"/>
          </a:p>
        </p:txBody>
      </p:sp>
      <p:sp>
        <p:nvSpPr>
          <p:cNvPr id="1048620" name="圆角矩形 22"/>
          <p:cNvSpPr/>
          <p:nvPr/>
        </p:nvSpPr>
        <p:spPr>
          <a:xfrm>
            <a:off x="3550920" y="426275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变化影响</a:t>
            </a:r>
            <a:endParaRPr altLang="en-US" lang="zh-CN"/>
          </a:p>
          <a:p>
            <a:pPr algn="ctr"/>
            <a:r>
              <a:rPr altLang="en-US" lang="zh-CN"/>
              <a:t>分析</a:t>
            </a:r>
            <a:endParaRPr altLang="en-US" lang="zh-CN"/>
          </a:p>
        </p:txBody>
      </p:sp>
      <p:sp>
        <p:nvSpPr>
          <p:cNvPr id="1048621" name="圆角矩形 23"/>
          <p:cNvSpPr/>
          <p:nvPr/>
        </p:nvSpPr>
        <p:spPr>
          <a:xfrm>
            <a:off x="5609590" y="474535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指定</a:t>
            </a:r>
            <a:endParaRPr altLang="en-US" lang="zh-CN"/>
          </a:p>
          <a:p>
            <a:pPr algn="ctr"/>
            <a:r>
              <a:rPr altLang="en-US" lang="zh-CN"/>
              <a:t>变化幅度</a:t>
            </a:r>
            <a:endParaRPr altLang="en-US" lang="zh-CN"/>
          </a:p>
        </p:txBody>
      </p:sp>
      <p:cxnSp>
        <p:nvCxnSpPr>
          <p:cNvPr id="3145752" name="肘形连接符 24"/>
          <p:cNvCxnSpPr>
            <a:cxnSpLocks/>
            <a:stCxn id="1048619" idx="1"/>
            <a:endCxn id="1048620" idx="3"/>
          </p:cNvCxnSpPr>
          <p:nvPr/>
        </p:nvCxnSpPr>
        <p:spPr>
          <a:xfrm rot="10800000" flipV="1">
            <a:off x="5013960" y="4126865"/>
            <a:ext cx="594995" cy="377190"/>
          </a:xfrm>
          <a:prstGeom prst="bentConnector3">
            <a:avLst>
              <a:gd name="adj1" fmla="val 49947"/>
            </a:avLst>
          </a:prstGeom>
          <a:ln>
            <a:tailEnd type="arrow"/>
          </a:ln>
        </p:spPr>
        <p:style>
          <a:lnRef idx="2">
            <a:schemeClr val="accent1"/>
          </a:lnRef>
          <a:fillRef idx="0">
            <a:srgbClr val="FFFFFF"/>
          </a:fillRef>
          <a:effectRef idx="0">
            <a:srgbClr val="FFFFFF"/>
          </a:effectRef>
          <a:fontRef idx="minor">
            <a:schemeClr val="tx1"/>
          </a:fontRef>
        </p:style>
      </p:cxnSp>
      <p:cxnSp>
        <p:nvCxnSpPr>
          <p:cNvPr id="3145753" name="肘形连接符 25"/>
          <p:cNvCxnSpPr>
            <a:cxnSpLocks/>
            <a:stCxn id="1048621" idx="1"/>
            <a:endCxn id="1048620" idx="3"/>
          </p:cNvCxnSpPr>
          <p:nvPr/>
        </p:nvCxnSpPr>
        <p:spPr>
          <a:xfrm rot="10800000">
            <a:off x="5013960" y="4504055"/>
            <a:ext cx="594995" cy="482600"/>
          </a:xfrm>
          <a:prstGeom prst="bentConnector3">
            <a:avLst>
              <a:gd name="adj1" fmla="val 49947"/>
            </a:avLst>
          </a:prstGeom>
          <a:ln>
            <a:tailEnd type="arrow"/>
          </a:ln>
        </p:spPr>
        <p:style>
          <a:lnRef idx="2">
            <a:schemeClr val="accent1"/>
          </a:lnRef>
          <a:fillRef idx="0">
            <a:srgbClr val="FFFFFF"/>
          </a:fillRef>
          <a:effectRef idx="0">
            <a:srgbClr val="FFFFFF"/>
          </a:effectRef>
          <a:fontRef idx="minor">
            <a:schemeClr val="tx1"/>
          </a:fontRef>
        </p:style>
      </p:cxnSp>
      <p:cxnSp>
        <p:nvCxnSpPr>
          <p:cNvPr id="3145754" name="直接箭头连接符 26"/>
          <p:cNvCxnSpPr>
            <a:cxnSpLocks/>
            <a:stCxn id="1048617" idx="3"/>
            <a:endCxn id="1048620" idx="1"/>
          </p:cNvCxnSpPr>
          <p:nvPr/>
        </p:nvCxnSpPr>
        <p:spPr>
          <a:xfrm>
            <a:off x="3155315" y="4504055"/>
            <a:ext cx="395605" cy="0"/>
          </a:xfrm>
          <a:prstGeom prst="straightConnector1"/>
          <a:ln>
            <a:tailEnd type="arrow"/>
          </a:ln>
        </p:spPr>
        <p:style>
          <a:lnRef idx="2">
            <a:schemeClr val="accent1"/>
          </a:lnRef>
          <a:fillRef idx="0">
            <a:srgbClr val="FFFFFF"/>
          </a:fillRef>
          <a:effectRef idx="0">
            <a:srgbClr val="FFFFFF"/>
          </a:effectRef>
          <a:fontRef idx="minor">
            <a:schemeClr val="tx1"/>
          </a:fontRef>
        </p:style>
      </p:cxnSp>
      <p:sp>
        <p:nvSpPr>
          <p:cNvPr id="1048622" name="圆角矩形 27"/>
          <p:cNvSpPr/>
          <p:nvPr/>
        </p:nvSpPr>
        <p:spPr>
          <a:xfrm>
            <a:off x="1688465" y="6184900"/>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输出图片</a:t>
            </a:r>
            <a:endParaRPr altLang="en-US" lang="zh-CN"/>
          </a:p>
        </p:txBody>
      </p:sp>
      <p:cxnSp>
        <p:nvCxnSpPr>
          <p:cNvPr id="3145755" name="直接箭头连接符 28"/>
          <p:cNvCxnSpPr>
            <a:cxnSpLocks/>
            <a:stCxn id="1048618" idx="2"/>
            <a:endCxn id="1048622" idx="0"/>
          </p:cNvCxnSpPr>
          <p:nvPr/>
        </p:nvCxnSpPr>
        <p:spPr>
          <a:xfrm>
            <a:off x="2420620" y="5741035"/>
            <a:ext cx="0" cy="443865"/>
          </a:xfrm>
          <a:prstGeom prst="straightConnector1"/>
          <a:ln>
            <a:tailEnd type="arrow"/>
          </a:ln>
        </p:spPr>
        <p:style>
          <a:lnRef idx="2">
            <a:schemeClr val="accent1"/>
          </a:lnRef>
          <a:fillRef idx="0">
            <a:srgbClr val="FFFFFF"/>
          </a:fillRef>
          <a:effectRef idx="0">
            <a:srgbClr val="FFFFFF"/>
          </a:effectRef>
          <a:fontRef idx="minor">
            <a:schemeClr val="tx1"/>
          </a:fontRef>
        </p:style>
      </p:cxnSp>
      <p:cxnSp>
        <p:nvCxnSpPr>
          <p:cNvPr id="3145756" name="肘形连接符 29"/>
          <p:cNvCxnSpPr>
            <a:cxnSpLocks/>
            <a:stCxn id="1048620" idx="2"/>
            <a:endCxn id="1048622" idx="3"/>
          </p:cNvCxnSpPr>
          <p:nvPr/>
        </p:nvCxnSpPr>
        <p:spPr>
          <a:xfrm rot="5400000">
            <a:off x="2877185" y="5020310"/>
            <a:ext cx="1680845" cy="1130935"/>
          </a:xfrm>
          <a:prstGeom prst="bentConnector2"/>
          <a:ln>
            <a:tailEnd type="arrow"/>
          </a:ln>
        </p:spPr>
        <p:style>
          <a:lnRef idx="2">
            <a:schemeClr val="accent1"/>
          </a:lnRef>
          <a:fillRef idx="0">
            <a:srgbClr val="FFFFFF"/>
          </a:fillRef>
          <a:effectRef idx="0">
            <a:srgbClr val="FFFFFF"/>
          </a:effectRef>
          <a:fontRef idx="minor">
            <a:schemeClr val="tx1"/>
          </a:fontRef>
        </p:style>
      </p:cxnSp>
      <p:cxnSp>
        <p:nvCxnSpPr>
          <p:cNvPr id="3145757" name="肘形连接符 30"/>
          <p:cNvCxnSpPr>
            <a:cxnSpLocks/>
            <a:stCxn id="1048611" idx="2"/>
            <a:endCxn id="1048622" idx="1"/>
          </p:cNvCxnSpPr>
          <p:nvPr/>
        </p:nvCxnSpPr>
        <p:spPr>
          <a:xfrm rot="5400000">
            <a:off x="716280" y="4721860"/>
            <a:ext cx="2676525" cy="732155"/>
          </a:xfrm>
          <a:prstGeom prst="bentConnector4">
            <a:avLst>
              <a:gd name="adj1" fmla="val 8279"/>
              <a:gd name="adj2" fmla="val 132524"/>
            </a:avLst>
          </a:prstGeom>
          <a:ln>
            <a:tailEnd type="arrow"/>
          </a:ln>
        </p:spPr>
        <p:style>
          <a:lnRef idx="2">
            <a:schemeClr val="accent1"/>
          </a:lnRef>
          <a:fillRef idx="0">
            <a:srgbClr val="FFFFFF"/>
          </a:fillRef>
          <a:effectRef idx="0">
            <a:srgbClr val="FFFFFF"/>
          </a:effectRef>
          <a:fontRef idx="minor">
            <a:schemeClr val="tx1"/>
          </a:fontRef>
        </p:style>
      </p:cxnSp>
      <p:sp>
        <p:nvSpPr>
          <p:cNvPr id="1048623" name="文本框 31"/>
          <p:cNvSpPr txBox="1"/>
          <p:nvPr/>
        </p:nvSpPr>
        <p:spPr>
          <a:xfrm>
            <a:off x="5370830" y="3329940"/>
            <a:ext cx="5607050" cy="368300"/>
          </a:xfrm>
          <a:prstGeom prst="rect"/>
          <a:noFill/>
        </p:spPr>
        <p:txBody>
          <a:bodyPr rtlCol="0" wrap="square">
            <a:spAutoFit/>
          </a:bodyPr>
          <a:p>
            <a:r>
              <a:rPr altLang="zh-CN" lang="en-US"/>
              <a:t>MLR</a:t>
            </a:r>
            <a:r>
              <a:rPr altLang="en-US" lang="zh-CN"/>
              <a:t>、</a:t>
            </a:r>
            <a:r>
              <a:rPr altLang="zh-CN" lang="en-US"/>
              <a:t>Ridge</a:t>
            </a:r>
            <a:r>
              <a:rPr altLang="en-US" lang="zh-CN"/>
              <a:t>、</a:t>
            </a:r>
            <a:r>
              <a:rPr altLang="zh-CN" lang="en-US"/>
              <a:t>Lasso</a:t>
            </a:r>
            <a:r>
              <a:rPr altLang="en-US" lang="zh-CN"/>
              <a:t>、</a:t>
            </a:r>
            <a:r>
              <a:rPr altLang="zh-CN" lang="en-US"/>
              <a:t>NB</a:t>
            </a:r>
            <a:r>
              <a:rPr altLang="en-US" lang="zh-CN"/>
              <a:t>、</a:t>
            </a:r>
            <a:r>
              <a:rPr altLang="zh-CN" lang="en-US"/>
              <a:t>XGBoost</a:t>
            </a:r>
            <a:r>
              <a:rPr altLang="en-US" lang="zh-CN"/>
              <a:t>、</a:t>
            </a:r>
            <a:r>
              <a:rPr altLang="zh-CN" lang="en-US"/>
              <a:t>RF</a:t>
            </a:r>
            <a:r>
              <a:rPr altLang="en-US" lang="zh-CN"/>
              <a:t>、</a:t>
            </a:r>
            <a:r>
              <a:rPr altLang="zh-CN" lang="en-US"/>
              <a:t>SVM……</a:t>
            </a:r>
            <a:endParaRPr altLang="zh-CN" lang="en-US"/>
          </a:p>
        </p:txBody>
      </p:sp>
      <p:sp>
        <p:nvSpPr>
          <p:cNvPr id="1048624" name="文本框 32"/>
          <p:cNvSpPr txBox="1"/>
          <p:nvPr/>
        </p:nvSpPr>
        <p:spPr>
          <a:xfrm>
            <a:off x="7257415" y="3933825"/>
            <a:ext cx="3720465" cy="368300"/>
          </a:xfrm>
          <a:prstGeom prst="rect"/>
          <a:noFill/>
        </p:spPr>
        <p:txBody>
          <a:bodyPr rtlCol="0" wrap="square">
            <a:spAutoFit/>
          </a:bodyPr>
          <a:p>
            <a:r>
              <a:rPr altLang="en-US" lang="zh-CN"/>
              <a:t>大气、降水、灌溉、肥料、农药</a:t>
            </a:r>
            <a:endParaRPr altLang="en-US" lang="zh-CN"/>
          </a:p>
        </p:txBody>
      </p:sp>
      <p:sp>
        <p:nvSpPr>
          <p:cNvPr id="1048625" name="文本框 33"/>
          <p:cNvSpPr txBox="1"/>
          <p:nvPr/>
        </p:nvSpPr>
        <p:spPr>
          <a:xfrm>
            <a:off x="7347585" y="4824095"/>
            <a:ext cx="3726815" cy="368300"/>
          </a:xfrm>
          <a:prstGeom prst="rect"/>
          <a:noFill/>
        </p:spPr>
        <p:txBody>
          <a:bodyPr rtlCol="0" wrap="square">
            <a:spAutoFit/>
          </a:bodyPr>
          <a:p>
            <a:r>
              <a:rPr altLang="en-US" lang="zh-CN"/>
              <a:t>文本输入，需要校验是否为浮点数</a:t>
            </a:r>
            <a:endParaRPr altLang="en-US" lang="zh-CN"/>
          </a:p>
        </p:txBody>
      </p:sp>
      <p:sp>
        <p:nvSpPr>
          <p:cNvPr id="1048626" name="圆角矩形 34"/>
          <p:cNvSpPr/>
          <p:nvPr/>
        </p:nvSpPr>
        <p:spPr>
          <a:xfrm>
            <a:off x="3550285" y="178879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空间插值</a:t>
            </a:r>
            <a:endParaRPr altLang="en-US" lang="zh-CN"/>
          </a:p>
        </p:txBody>
      </p:sp>
      <p:sp>
        <p:nvSpPr>
          <p:cNvPr id="1048627" name="圆角矩形 35"/>
          <p:cNvSpPr/>
          <p:nvPr/>
        </p:nvSpPr>
        <p:spPr>
          <a:xfrm>
            <a:off x="3550285" y="2453640"/>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行政区平均</a:t>
            </a:r>
            <a:endParaRPr altLang="en-US" lang="zh-CN"/>
          </a:p>
        </p:txBody>
      </p:sp>
      <p:cxnSp>
        <p:nvCxnSpPr>
          <p:cNvPr id="3145758" name="肘形连接符 36"/>
          <p:cNvCxnSpPr>
            <a:cxnSpLocks/>
            <a:stCxn id="1048626" idx="1"/>
            <a:endCxn id="1048610" idx="3"/>
          </p:cNvCxnSpPr>
          <p:nvPr/>
        </p:nvCxnSpPr>
        <p:spPr>
          <a:xfrm rot="10800000" flipV="1">
            <a:off x="3152140" y="2030095"/>
            <a:ext cx="398145" cy="355600"/>
          </a:xfrm>
          <a:prstGeom prst="bentConnector3">
            <a:avLst>
              <a:gd name="adj1" fmla="val 49920"/>
            </a:avLst>
          </a:prstGeom>
          <a:ln>
            <a:tailEnd type="arrow"/>
          </a:ln>
        </p:spPr>
        <p:style>
          <a:lnRef idx="2">
            <a:schemeClr val="accent1"/>
          </a:lnRef>
          <a:fillRef idx="0">
            <a:srgbClr val="FFFFFF"/>
          </a:fillRef>
          <a:effectRef idx="0">
            <a:srgbClr val="FFFFFF"/>
          </a:effectRef>
          <a:fontRef idx="minor">
            <a:schemeClr val="tx1"/>
          </a:fontRef>
        </p:style>
      </p:cxnSp>
      <p:cxnSp>
        <p:nvCxnSpPr>
          <p:cNvPr id="3145759" name="肘形连接符 37"/>
          <p:cNvCxnSpPr>
            <a:cxnSpLocks/>
            <a:stCxn id="1048627" idx="1"/>
            <a:endCxn id="1048610" idx="3"/>
          </p:cNvCxnSpPr>
          <p:nvPr/>
        </p:nvCxnSpPr>
        <p:spPr>
          <a:xfrm rot="10800000">
            <a:off x="3152140" y="2385695"/>
            <a:ext cx="398145" cy="309245"/>
          </a:xfrm>
          <a:prstGeom prst="bentConnector3">
            <a:avLst>
              <a:gd name="adj1" fmla="val 49920"/>
            </a:avLst>
          </a:prstGeom>
          <a:ln>
            <a:tailEnd type="arrow"/>
          </a:ln>
        </p:spPr>
        <p:style>
          <a:lnRef idx="2">
            <a:schemeClr val="accent1"/>
          </a:lnRef>
          <a:fillRef idx="0">
            <a:srgbClr val="FFFFFF"/>
          </a:fillRef>
          <a:effectRef idx="0">
            <a:srgbClr val="FFFFFF"/>
          </a:effectRef>
          <a:fontRef idx="minor">
            <a:schemeClr val="tx1"/>
          </a:fontRef>
        </p:style>
      </p:cxnSp>
      <p:sp>
        <p:nvSpPr>
          <p:cNvPr id="1048628" name="文本框 38"/>
          <p:cNvSpPr txBox="1"/>
          <p:nvPr/>
        </p:nvSpPr>
        <p:spPr>
          <a:xfrm>
            <a:off x="5234940" y="1836420"/>
            <a:ext cx="3397885" cy="368300"/>
          </a:xfrm>
          <a:prstGeom prst="rect"/>
          <a:noFill/>
        </p:spPr>
        <p:txBody>
          <a:bodyPr rtlCol="0" wrap="square">
            <a:spAutoFit/>
          </a:bodyPr>
          <a:p>
            <a:r>
              <a:rPr altLang="en-US" lang="zh-CN"/>
              <a:t>大气、降水、土壤、作物、秸秆</a:t>
            </a:r>
            <a:endParaRPr altLang="en-US" lang="zh-CN"/>
          </a:p>
        </p:txBody>
      </p:sp>
      <p:sp>
        <p:nvSpPr>
          <p:cNvPr id="1048629" name="文本框 39"/>
          <p:cNvSpPr txBox="1"/>
          <p:nvPr/>
        </p:nvSpPr>
        <p:spPr>
          <a:xfrm>
            <a:off x="5244465" y="2453640"/>
            <a:ext cx="4748530" cy="368300"/>
          </a:xfrm>
          <a:prstGeom prst="rect"/>
          <a:noFill/>
        </p:spPr>
        <p:txBody>
          <a:bodyPr rtlCol="0" wrap="square">
            <a:spAutoFit/>
          </a:bodyPr>
          <a:p>
            <a:r>
              <a:rPr altLang="en-US" lang="zh-CN"/>
              <a:t>灌溉、肥料、农药、地表径流、地下渗滤</a:t>
            </a:r>
            <a:endParaRPr altLang="en-US" lang="zh-CN"/>
          </a:p>
        </p:txBody>
      </p:sp>
      <p:sp>
        <p:nvSpPr>
          <p:cNvPr id="1048630" name="文本框 40"/>
          <p:cNvSpPr txBox="1"/>
          <p:nvPr/>
        </p:nvSpPr>
        <p:spPr>
          <a:xfrm>
            <a:off x="5234940" y="161925"/>
            <a:ext cx="5270500" cy="368300"/>
          </a:xfrm>
          <a:prstGeom prst="rect"/>
          <a:noFill/>
        </p:spPr>
        <p:txBody>
          <a:bodyPr rtlCol="0" wrap="square">
            <a:spAutoFit/>
          </a:bodyPr>
          <a:p>
            <a:r>
              <a:rPr altLang="en-US" lang="zh-CN"/>
              <a:t>各环境介质单独一个</a:t>
            </a:r>
            <a:r>
              <a:rPr altLang="zh-CN" lang="en-US"/>
              <a:t>Sheet</a:t>
            </a:r>
            <a:r>
              <a:rPr altLang="en-US" lang="zh-CN"/>
              <a:t>，存入同一个</a:t>
            </a:r>
            <a:r>
              <a:rPr altLang="zh-CN" lang="en-US"/>
              <a:t>excel</a:t>
            </a:r>
            <a:r>
              <a:rPr altLang="en-US" lang="zh-CN"/>
              <a:t>文件</a:t>
            </a:r>
            <a:endParaRPr altLang="en-US" lang="zh-CN"/>
          </a:p>
        </p:txBody>
      </p:sp>
      <mc:AlternateContent xmlns:mc="http://schemas.openxmlformats.org/markup-compatibility/2006">
        <mc:Choice xmlns:p14="http://schemas.microsoft.com/office/powerpoint/2010/main" Requires="p14">
          <p:contentPart p14:bwMode="auto" r:id="rId1">
            <p14:nvContentPartPr>
              <p14:cNvPr id="1048810" name=""/>
              <p14:cNvContentPartPr/>
              <p14:nvPr/>
            </p14:nvContentPartPr>
            <p14:xfrm>
              <a:off x="10729147" y="151960"/>
              <a:ext cx="1147669" cy="725366"/>
            </p14:xfrm>
          </p:contentPart>
        </mc:Choice>
        <mc:Fallback>
          <p:sp>
            <p:nvSpPr>
              <p:cNvPr id="1048810" name=""/>
              <p:cNvSpPr/>
              <p:nvPr/>
            </p:nvSpPr>
            <p:spPr>
              <a:xfrm>
                <a:off x="10729147" y="151960"/>
                <a:ext cx="1147669" cy="725366"/>
              </a:xfrm>
            </p:spPr>
          </p:sp>
        </mc:Fallback>
      </mc:AlternateContent>
      <mc:AlternateContent xmlns:mc="http://schemas.openxmlformats.org/markup-compatibility/2006">
        <mc:Choice xmlns:p14="http://schemas.microsoft.com/office/powerpoint/2010/main" Requires="p14">
          <p:contentPart p14:bwMode="auto" r:id="rId2">
            <p14:nvContentPartPr>
              <p14:cNvPr id="1048811" name=""/>
              <p14:cNvContentPartPr/>
              <p14:nvPr/>
            </p14:nvContentPartPr>
            <p14:xfrm>
              <a:off x="10688304" y="389837"/>
              <a:ext cx="674252" cy="1211449"/>
            </p14:xfrm>
          </p:contentPart>
        </mc:Choice>
        <mc:Fallback>
          <p:sp>
            <p:nvSpPr>
              <p:cNvPr id="1048811" name=""/>
              <p:cNvSpPr/>
              <p:nvPr/>
            </p:nvSpPr>
            <p:spPr>
              <a:xfrm>
                <a:off x="10688304" y="389837"/>
                <a:ext cx="674252" cy="1211449"/>
              </a:xfrm>
            </p:spPr>
          </p:sp>
        </mc:Fallback>
      </mc:AlternateContent>
      <mc:AlternateContent xmlns:mc="http://schemas.openxmlformats.org/markup-compatibility/2006">
        <mc:Choice xmlns:p14="http://schemas.microsoft.com/office/powerpoint/2010/main" Requires="p14">
          <p:contentPart p14:bwMode="auto" r:id="rId3">
            <p14:nvContentPartPr>
              <p14:cNvPr id="1048812" name=""/>
              <p14:cNvContentPartPr/>
              <p14:nvPr/>
            </p14:nvContentPartPr>
            <p14:xfrm>
              <a:off x="10105065" y="444765"/>
              <a:ext cx="1370551" cy="794922"/>
            </p14:xfrm>
          </p:contentPart>
        </mc:Choice>
        <mc:Fallback>
          <p:sp>
            <p:nvSpPr>
              <p:cNvPr id="1048812" name=""/>
              <p:cNvSpPr/>
              <p:nvPr/>
            </p:nvSpPr>
            <p:spPr>
              <a:xfrm>
                <a:off x="10105065" y="444765"/>
                <a:ext cx="1370551" cy="794922"/>
              </a:xfrm>
            </p:spPr>
          </p:sp>
        </mc:Fallback>
      </mc:AlternateContent>
      <mc:AlternateContent xmlns:mc="http://schemas.openxmlformats.org/markup-compatibility/2006">
        <mc:Choice xmlns:p14="http://schemas.microsoft.com/office/powerpoint/2010/main" Requires="p14">
          <p:contentPart p14:bwMode="auto" r:id="rId4">
            <p14:nvContentPartPr>
              <p14:cNvPr id="1048813" name=""/>
              <p14:cNvContentPartPr/>
              <p14:nvPr/>
            </p14:nvContentPartPr>
            <p14:xfrm>
              <a:off x="8763774" y="7603091"/>
              <a:ext cx="2527794" cy="425024"/>
            </p14:xfrm>
          </p:contentPart>
        </mc:Choice>
        <mc:Fallback>
          <p:sp>
            <p:nvSpPr>
              <p:cNvPr id="1048813" name=""/>
              <p:cNvSpPr/>
              <p:nvPr/>
            </p:nvSpPr>
            <p:spPr>
              <a:xfrm>
                <a:off x="8763774" y="7603091"/>
                <a:ext cx="2527794" cy="425024"/>
              </a:xfrm>
            </p:spPr>
          </p:sp>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28" name=""/>
        <p:cNvGrpSpPr/>
        <p:nvPr/>
      </p:nvGrpSpPr>
      <p:grpSpPr>
        <a:xfrm/>
      </p:grpSpPr>
      <p:sp>
        <p:nvSpPr>
          <p:cNvPr id="1048631" name="矩形 10"/>
          <p:cNvSpPr/>
          <p:nvPr/>
        </p:nvSpPr>
        <p:spPr>
          <a:xfrm>
            <a:off x="4567555" y="1758315"/>
            <a:ext cx="4736465" cy="4848225"/>
          </a:xfrm>
          <a:prstGeom prst="rect"/>
          <a:solidFill>
            <a:schemeClr val="bg1">
              <a:lumMod val="95000"/>
            </a:schemeClr>
          </a:solidFill>
          <a:ln w="38100">
            <a:solidFill>
              <a:schemeClr val="bg1">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anchor="ctr" rtlCol="0"/>
          <a:p>
            <a:pPr algn="ctr"/>
            <a:endParaRPr altLang="en-US" lang="zh-CN"/>
          </a:p>
        </p:txBody>
      </p:sp>
      <p:sp>
        <p:nvSpPr>
          <p:cNvPr id="1048632" name="矩形 14"/>
          <p:cNvSpPr/>
          <p:nvPr/>
        </p:nvSpPr>
        <p:spPr>
          <a:xfrm>
            <a:off x="1140460" y="1759585"/>
            <a:ext cx="3257550" cy="4847590"/>
          </a:xfrm>
          <a:prstGeom prst="rect"/>
          <a:solidFill>
            <a:schemeClr val="bg1">
              <a:lumMod val="95000"/>
            </a:schemeClr>
          </a:solidFill>
          <a:ln w="38100">
            <a:solidFill>
              <a:schemeClr val="bg1">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anchor="ctr" rtlCol="0"/>
          <a:p>
            <a:pPr algn="ctr"/>
            <a:endParaRPr altLang="en-US" lang="zh-CN"/>
          </a:p>
        </p:txBody>
      </p:sp>
      <p:sp>
        <p:nvSpPr>
          <p:cNvPr id="1048633" name="文本框 3"/>
          <p:cNvSpPr txBox="1"/>
          <p:nvPr/>
        </p:nvSpPr>
        <p:spPr>
          <a:xfrm>
            <a:off x="678180" y="358140"/>
            <a:ext cx="4587240" cy="460375"/>
          </a:xfrm>
          <a:prstGeom prst="rect"/>
          <a:noFill/>
        </p:spPr>
        <p:txBody>
          <a:bodyPr rtlCol="0" wrap="square">
            <a:spAutoFit/>
          </a:bodyPr>
          <a:p>
            <a:r>
              <a:rPr altLang="en-US" b="1" sz="2400" lang="zh-CN">
                <a:sym typeface="+mn-ea"/>
              </a:rPr>
              <a:t>潜在历史污染源及污染路径解析</a:t>
            </a:r>
            <a:endParaRPr altLang="en-US" b="1" sz="2400" lang="zh-CN"/>
          </a:p>
        </p:txBody>
      </p:sp>
      <p:pic>
        <p:nvPicPr>
          <p:cNvPr id="2097161" name="Label8"/>
          <p:cNvPicPr>
            <a:picLocks/>
          </p:cNvPicPr>
          <p:nvPr/>
        </p:nvPicPr>
        <p:blipFill>
          <a:blip xmlns:r="http://schemas.openxmlformats.org/officeDocument/2006/relationships" r:embed="rId1"/>
          <a:stretch>
            <a:fillRect/>
          </a:stretch>
        </p:blipFill>
        <p:spPr>
          <a:xfrm>
            <a:off x="1035050" y="1097915"/>
            <a:ext cx="3129915" cy="381000"/>
          </a:xfrm>
          <a:prstGeom prst="rect"/>
        </p:spPr>
      </p:pic>
      <p:pic>
        <p:nvPicPr>
          <p:cNvPr id="2097162" name="CommandButton13"/>
          <p:cNvPicPr>
            <a:picLocks/>
          </p:cNvPicPr>
          <p:nvPr/>
        </p:nvPicPr>
        <p:blipFill>
          <a:blip xmlns:r="http://schemas.openxmlformats.org/officeDocument/2006/relationships" r:embed="rId2"/>
          <a:stretch>
            <a:fillRect/>
          </a:stretch>
        </p:blipFill>
        <p:spPr>
          <a:xfrm>
            <a:off x="4398010" y="1092835"/>
            <a:ext cx="1209675" cy="391795"/>
          </a:xfrm>
          <a:prstGeom prst="rect"/>
        </p:spPr>
      </p:pic>
      <p:pic>
        <p:nvPicPr>
          <p:cNvPr id="2097163" name="图片 1"/>
          <p:cNvPicPr>
            <a:picLocks noChangeAspect="1"/>
          </p:cNvPicPr>
          <p:nvPr/>
        </p:nvPicPr>
        <p:blipFill>
          <a:blip xmlns:r="http://schemas.openxmlformats.org/officeDocument/2006/relationships" r:embed="rId3"/>
          <a:stretch>
            <a:fillRect/>
          </a:stretch>
        </p:blipFill>
        <p:spPr>
          <a:xfrm>
            <a:off x="1285240" y="2351405"/>
            <a:ext cx="2879090" cy="1841500"/>
          </a:xfrm>
          <a:prstGeom prst="rect"/>
          <a:ln>
            <a:solidFill>
              <a:schemeClr val="bg1">
                <a:lumMod val="75000"/>
              </a:schemeClr>
            </a:solidFill>
          </a:ln>
        </p:spPr>
      </p:pic>
      <p:pic>
        <p:nvPicPr>
          <p:cNvPr id="2097164" name="图片 2"/>
          <p:cNvPicPr>
            <a:picLocks/>
          </p:cNvPicPr>
          <p:nvPr/>
        </p:nvPicPr>
        <p:blipFill>
          <a:blip xmlns:r="http://schemas.openxmlformats.org/officeDocument/2006/relationships" r:embed="rId4"/>
          <a:stretch>
            <a:fillRect/>
          </a:stretch>
        </p:blipFill>
        <p:spPr>
          <a:xfrm>
            <a:off x="1285240" y="4348480"/>
            <a:ext cx="2880000" cy="2160000"/>
          </a:xfrm>
          <a:prstGeom prst="rect"/>
          <a:ln>
            <a:solidFill>
              <a:schemeClr val="bg1">
                <a:lumMod val="75000"/>
              </a:schemeClr>
            </a:solidFill>
          </a:ln>
        </p:spPr>
      </p:pic>
      <p:pic>
        <p:nvPicPr>
          <p:cNvPr id="2097165" name="图片 4"/>
          <p:cNvPicPr>
            <a:picLocks/>
          </p:cNvPicPr>
          <p:nvPr/>
        </p:nvPicPr>
        <p:blipFill>
          <a:blip xmlns:r="http://schemas.openxmlformats.org/officeDocument/2006/relationships" r:embed="rId5"/>
          <a:stretch>
            <a:fillRect/>
          </a:stretch>
        </p:blipFill>
        <p:spPr>
          <a:xfrm>
            <a:off x="4690110" y="2350770"/>
            <a:ext cx="4460875" cy="4157980"/>
          </a:xfrm>
          <a:prstGeom prst="rect"/>
          <a:ln>
            <a:solidFill>
              <a:schemeClr val="bg1">
                <a:lumMod val="75000"/>
              </a:schemeClr>
            </a:solidFill>
          </a:ln>
        </p:spPr>
      </p:pic>
      <p:pic>
        <p:nvPicPr>
          <p:cNvPr id="2097166" name="TextEdit2"/>
          <p:cNvPicPr>
            <a:picLocks/>
          </p:cNvPicPr>
          <p:nvPr/>
        </p:nvPicPr>
        <p:blipFill>
          <a:blip xmlns:r="http://schemas.openxmlformats.org/officeDocument/2006/relationships" r:embed="rId6"/>
          <a:stretch>
            <a:fillRect/>
          </a:stretch>
        </p:blipFill>
        <p:spPr>
          <a:xfrm>
            <a:off x="7331710" y="1111250"/>
            <a:ext cx="1074420" cy="381000"/>
          </a:xfrm>
          <a:prstGeom prst="rect"/>
        </p:spPr>
      </p:pic>
      <p:pic>
        <p:nvPicPr>
          <p:cNvPr id="2097167" name="TextEdit3"/>
          <p:cNvPicPr>
            <a:picLocks/>
          </p:cNvPicPr>
          <p:nvPr/>
        </p:nvPicPr>
        <p:blipFill>
          <a:blip xmlns:r="http://schemas.openxmlformats.org/officeDocument/2006/relationships" r:embed="rId7"/>
          <a:stretch>
            <a:fillRect/>
          </a:stretch>
        </p:blipFill>
        <p:spPr>
          <a:xfrm>
            <a:off x="8563610" y="1111250"/>
            <a:ext cx="1074420" cy="381000"/>
          </a:xfrm>
          <a:prstGeom prst="rect"/>
        </p:spPr>
      </p:pic>
      <p:sp>
        <p:nvSpPr>
          <p:cNvPr id="1048634" name="文本框 7"/>
          <p:cNvSpPr txBox="1"/>
          <p:nvPr/>
        </p:nvSpPr>
        <p:spPr>
          <a:xfrm>
            <a:off x="5747385" y="1130300"/>
            <a:ext cx="1735455" cy="368300"/>
          </a:xfrm>
          <a:prstGeom prst="rect"/>
          <a:noFill/>
        </p:spPr>
        <p:txBody>
          <a:bodyPr rtlCol="0" wrap="square">
            <a:spAutoFit/>
          </a:bodyPr>
          <a:p>
            <a:r>
              <a:rPr altLang="en-US" lang="zh-CN"/>
              <a:t>目标地块坐标</a:t>
            </a:r>
            <a:endParaRPr altLang="en-US" lang="zh-CN"/>
          </a:p>
        </p:txBody>
      </p:sp>
      <p:sp>
        <p:nvSpPr>
          <p:cNvPr id="1048635" name="矩形 15"/>
          <p:cNvSpPr/>
          <p:nvPr/>
        </p:nvSpPr>
        <p:spPr>
          <a:xfrm>
            <a:off x="1139825" y="1758950"/>
            <a:ext cx="1856105" cy="436880"/>
          </a:xfrm>
          <a:prstGeom prst="rect"/>
          <a:solidFill>
            <a:schemeClr val="bg1">
              <a:lumMod val="75000"/>
            </a:schemeClr>
          </a:solidFill>
          <a:ln>
            <a:noFill/>
          </a:ln>
          <a:effectLst>
            <a:outerShdw algn="tl" blurRad="50800" dir="2700000" dist="38100"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b="1" lang="zh-CN">
                <a:solidFill>
                  <a:schemeClr val="tx1"/>
                </a:solidFill>
              </a:rPr>
              <a:t>相似度分析</a:t>
            </a:r>
            <a:endParaRPr altLang="en-US" b="1" lang="zh-CN">
              <a:solidFill>
                <a:schemeClr val="tx1"/>
              </a:solidFill>
            </a:endParaRPr>
          </a:p>
        </p:txBody>
      </p:sp>
      <p:sp>
        <p:nvSpPr>
          <p:cNvPr id="1048636" name="矩形 8"/>
          <p:cNvSpPr/>
          <p:nvPr/>
        </p:nvSpPr>
        <p:spPr>
          <a:xfrm>
            <a:off x="4567555" y="1758950"/>
            <a:ext cx="2040255" cy="436880"/>
          </a:xfrm>
          <a:prstGeom prst="rect"/>
          <a:solidFill>
            <a:schemeClr val="bg1">
              <a:lumMod val="75000"/>
            </a:schemeClr>
          </a:solidFill>
          <a:ln>
            <a:noFill/>
          </a:ln>
          <a:effectLst>
            <a:outerShdw algn="tl" blurRad="50800" dir="2700000" dist="38100"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b="1" lang="zh-CN">
                <a:solidFill>
                  <a:schemeClr val="tx1"/>
                </a:solidFill>
              </a:rPr>
              <a:t>污染源及污染路径</a:t>
            </a:r>
            <a:endParaRPr altLang="en-US" b="1" lang="zh-CN">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29" name=""/>
        <p:cNvGrpSpPr/>
        <p:nvPr/>
      </p:nvGrpSpPr>
      <p:grpSpPr>
        <a:xfrm/>
      </p:grpSpPr>
      <p:sp>
        <p:nvSpPr>
          <p:cNvPr id="1048637" name="圆角矩形 13"/>
          <p:cNvSpPr/>
          <p:nvPr/>
        </p:nvSpPr>
        <p:spPr>
          <a:xfrm>
            <a:off x="1353820" y="116649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监测数据</a:t>
            </a:r>
            <a:endParaRPr altLang="en-US" lang="zh-CN"/>
          </a:p>
        </p:txBody>
      </p:sp>
      <p:sp>
        <p:nvSpPr>
          <p:cNvPr id="1048638" name="圆角矩形 1"/>
          <p:cNvSpPr/>
          <p:nvPr/>
        </p:nvSpPr>
        <p:spPr>
          <a:xfrm>
            <a:off x="3533775" y="311340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zh-CN" lang="en-US"/>
              <a:t>PCA</a:t>
            </a:r>
            <a:r>
              <a:rPr altLang="en-US" lang="zh-CN"/>
              <a:t>分析</a:t>
            </a:r>
            <a:endParaRPr altLang="en-US" lang="zh-CN"/>
          </a:p>
        </p:txBody>
      </p:sp>
      <p:sp>
        <p:nvSpPr>
          <p:cNvPr id="1048639" name="圆角矩形 2"/>
          <p:cNvSpPr/>
          <p:nvPr/>
        </p:nvSpPr>
        <p:spPr>
          <a:xfrm>
            <a:off x="3533775" y="4053840"/>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相似度计算</a:t>
            </a:r>
            <a:endParaRPr altLang="en-US" lang="zh-CN"/>
          </a:p>
        </p:txBody>
      </p:sp>
      <p:sp>
        <p:nvSpPr>
          <p:cNvPr id="1048640" name="圆角矩形 3"/>
          <p:cNvSpPr/>
          <p:nvPr/>
        </p:nvSpPr>
        <p:spPr>
          <a:xfrm>
            <a:off x="1353820" y="2172970"/>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空间插值</a:t>
            </a:r>
            <a:endParaRPr altLang="en-US" lang="zh-CN"/>
          </a:p>
        </p:txBody>
      </p:sp>
      <p:sp>
        <p:nvSpPr>
          <p:cNvPr id="1048641" name="圆角矩形 4"/>
          <p:cNvSpPr/>
          <p:nvPr/>
        </p:nvSpPr>
        <p:spPr>
          <a:xfrm>
            <a:off x="1353820" y="311340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栅格化</a:t>
            </a:r>
            <a:endParaRPr altLang="en-US" lang="zh-CN"/>
          </a:p>
        </p:txBody>
      </p:sp>
      <p:sp>
        <p:nvSpPr>
          <p:cNvPr id="1048642" name="圆角矩形 5"/>
          <p:cNvSpPr/>
          <p:nvPr/>
        </p:nvSpPr>
        <p:spPr>
          <a:xfrm>
            <a:off x="5713730" y="370395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lang="zh-CN"/>
              <a:t>潜在源锁定</a:t>
            </a:r>
            <a:endParaRPr lang="zh-CN"/>
          </a:p>
        </p:txBody>
      </p:sp>
      <p:sp>
        <p:nvSpPr>
          <p:cNvPr id="1048643" name="圆角矩形 6"/>
          <p:cNvSpPr/>
          <p:nvPr/>
        </p:nvSpPr>
        <p:spPr>
          <a:xfrm>
            <a:off x="5713730" y="4644390"/>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随机游走</a:t>
            </a:r>
            <a:endParaRPr altLang="en-US" lang="zh-CN"/>
          </a:p>
        </p:txBody>
      </p:sp>
      <p:sp>
        <p:nvSpPr>
          <p:cNvPr id="1048644" name="圆角矩形 7"/>
          <p:cNvSpPr/>
          <p:nvPr/>
        </p:nvSpPr>
        <p:spPr>
          <a:xfrm>
            <a:off x="7633335" y="4644390"/>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lang="zh-CN"/>
              <a:t>污染路径</a:t>
            </a:r>
            <a:endParaRPr lang="zh-CN"/>
          </a:p>
        </p:txBody>
      </p:sp>
      <p:sp>
        <p:nvSpPr>
          <p:cNvPr id="1048645" name="圆角矩形 8"/>
          <p:cNvSpPr/>
          <p:nvPr/>
        </p:nvSpPr>
        <p:spPr>
          <a:xfrm>
            <a:off x="9521825" y="391096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输出图片</a:t>
            </a:r>
            <a:endParaRPr altLang="en-US" lang="zh-CN"/>
          </a:p>
        </p:txBody>
      </p:sp>
      <p:cxnSp>
        <p:nvCxnSpPr>
          <p:cNvPr id="3145760" name="直接箭头连接符 9"/>
          <p:cNvCxnSpPr>
            <a:cxnSpLocks/>
            <a:stCxn id="1048637" idx="2"/>
            <a:endCxn id="1048640" idx="0"/>
          </p:cNvCxnSpPr>
          <p:nvPr/>
        </p:nvCxnSpPr>
        <p:spPr>
          <a:xfrm>
            <a:off x="2085975" y="1649095"/>
            <a:ext cx="0" cy="523875"/>
          </a:xfrm>
          <a:prstGeom prst="straightConnector1"/>
          <a:ln>
            <a:tailEnd type="arrow"/>
          </a:ln>
        </p:spPr>
        <p:style>
          <a:lnRef idx="2">
            <a:schemeClr val="accent1"/>
          </a:lnRef>
          <a:fillRef idx="0">
            <a:srgbClr val="FFFFFF"/>
          </a:fillRef>
          <a:effectRef idx="0">
            <a:srgbClr val="FFFFFF"/>
          </a:effectRef>
          <a:fontRef idx="minor">
            <a:schemeClr val="tx1"/>
          </a:fontRef>
        </p:style>
      </p:cxnSp>
      <p:cxnSp>
        <p:nvCxnSpPr>
          <p:cNvPr id="3145761" name="直接箭头连接符 10"/>
          <p:cNvCxnSpPr>
            <a:cxnSpLocks/>
            <a:stCxn id="1048640" idx="2"/>
            <a:endCxn id="1048641" idx="0"/>
          </p:cNvCxnSpPr>
          <p:nvPr/>
        </p:nvCxnSpPr>
        <p:spPr>
          <a:xfrm>
            <a:off x="2085975" y="2655570"/>
            <a:ext cx="0" cy="457835"/>
          </a:xfrm>
          <a:prstGeom prst="straightConnector1"/>
          <a:ln>
            <a:tailEnd type="arrow"/>
          </a:ln>
        </p:spPr>
        <p:style>
          <a:lnRef idx="2">
            <a:schemeClr val="accent1"/>
          </a:lnRef>
          <a:fillRef idx="0">
            <a:srgbClr val="FFFFFF"/>
          </a:fillRef>
          <a:effectRef idx="0">
            <a:srgbClr val="FFFFFF"/>
          </a:effectRef>
          <a:fontRef idx="minor">
            <a:schemeClr val="tx1"/>
          </a:fontRef>
        </p:style>
      </p:cxnSp>
      <p:cxnSp>
        <p:nvCxnSpPr>
          <p:cNvPr id="3145762" name="直接箭头连接符 11"/>
          <p:cNvCxnSpPr>
            <a:cxnSpLocks/>
            <a:stCxn id="1048641" idx="3"/>
            <a:endCxn id="1048638" idx="1"/>
          </p:cNvCxnSpPr>
          <p:nvPr/>
        </p:nvCxnSpPr>
        <p:spPr>
          <a:xfrm>
            <a:off x="2817495" y="3354705"/>
            <a:ext cx="716280" cy="0"/>
          </a:xfrm>
          <a:prstGeom prst="straightConnector1"/>
          <a:ln>
            <a:tailEnd type="arrow"/>
          </a:ln>
        </p:spPr>
        <p:style>
          <a:lnRef idx="2">
            <a:schemeClr val="accent1"/>
          </a:lnRef>
          <a:fillRef idx="0">
            <a:srgbClr val="FFFFFF"/>
          </a:fillRef>
          <a:effectRef idx="0">
            <a:srgbClr val="FFFFFF"/>
          </a:effectRef>
          <a:fontRef idx="minor">
            <a:schemeClr val="tx1"/>
          </a:fontRef>
        </p:style>
      </p:cxnSp>
      <p:cxnSp>
        <p:nvCxnSpPr>
          <p:cNvPr id="3145763" name="直接箭头连接符 12"/>
          <p:cNvCxnSpPr>
            <a:cxnSpLocks/>
            <a:stCxn id="1048638" idx="2"/>
            <a:endCxn id="1048639" idx="0"/>
          </p:cNvCxnSpPr>
          <p:nvPr/>
        </p:nvCxnSpPr>
        <p:spPr>
          <a:xfrm>
            <a:off x="4265930" y="3596005"/>
            <a:ext cx="0" cy="457835"/>
          </a:xfrm>
          <a:prstGeom prst="straightConnector1"/>
          <a:ln>
            <a:tailEnd type="arrow"/>
          </a:ln>
        </p:spPr>
        <p:style>
          <a:lnRef idx="2">
            <a:schemeClr val="accent1"/>
          </a:lnRef>
          <a:fillRef idx="0">
            <a:srgbClr val="FFFFFF"/>
          </a:fillRef>
          <a:effectRef idx="0">
            <a:srgbClr val="FFFFFF"/>
          </a:effectRef>
          <a:fontRef idx="minor">
            <a:schemeClr val="tx1"/>
          </a:fontRef>
        </p:style>
      </p:cxnSp>
      <p:cxnSp>
        <p:nvCxnSpPr>
          <p:cNvPr id="3145764" name="肘形连接符 14"/>
          <p:cNvCxnSpPr>
            <a:cxnSpLocks/>
            <a:stCxn id="1048639" idx="3"/>
            <a:endCxn id="1048642" idx="1"/>
          </p:cNvCxnSpPr>
          <p:nvPr/>
        </p:nvCxnSpPr>
        <p:spPr>
          <a:xfrm flipV="1">
            <a:off x="4997450" y="3945255"/>
            <a:ext cx="716280" cy="349885"/>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cxnSp>
        <p:nvCxnSpPr>
          <p:cNvPr id="3145765" name="肘形连接符 15"/>
          <p:cNvCxnSpPr>
            <a:cxnSpLocks/>
            <a:stCxn id="1048639" idx="3"/>
            <a:endCxn id="1048643" idx="1"/>
          </p:cNvCxnSpPr>
          <p:nvPr/>
        </p:nvCxnSpPr>
        <p:spPr>
          <a:xfrm>
            <a:off x="4997450" y="4295140"/>
            <a:ext cx="716280" cy="590550"/>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cxnSp>
        <p:nvCxnSpPr>
          <p:cNvPr id="3145766" name="直接箭头连接符 16"/>
          <p:cNvCxnSpPr>
            <a:cxnSpLocks/>
            <a:stCxn id="1048643" idx="3"/>
            <a:endCxn id="1048644" idx="1"/>
          </p:cNvCxnSpPr>
          <p:nvPr/>
        </p:nvCxnSpPr>
        <p:spPr>
          <a:xfrm>
            <a:off x="7177405" y="4885690"/>
            <a:ext cx="455930" cy="0"/>
          </a:xfrm>
          <a:prstGeom prst="straightConnector1"/>
          <a:ln>
            <a:tailEnd type="arrow"/>
          </a:ln>
        </p:spPr>
        <p:style>
          <a:lnRef idx="2">
            <a:schemeClr val="accent1"/>
          </a:lnRef>
          <a:fillRef idx="0">
            <a:srgbClr val="FFFFFF"/>
          </a:fillRef>
          <a:effectRef idx="0">
            <a:srgbClr val="FFFFFF"/>
          </a:effectRef>
          <a:fontRef idx="minor">
            <a:schemeClr val="tx1"/>
          </a:fontRef>
        </p:style>
      </p:cxnSp>
      <p:cxnSp>
        <p:nvCxnSpPr>
          <p:cNvPr id="3145767" name="肘形连接符 17"/>
          <p:cNvCxnSpPr>
            <a:cxnSpLocks/>
            <a:stCxn id="1048644" idx="3"/>
            <a:endCxn id="1048645" idx="1"/>
          </p:cNvCxnSpPr>
          <p:nvPr/>
        </p:nvCxnSpPr>
        <p:spPr>
          <a:xfrm flipV="1">
            <a:off x="9097010" y="4152265"/>
            <a:ext cx="424815" cy="733425"/>
          </a:xfrm>
          <a:prstGeom prst="bentConnector3">
            <a:avLst>
              <a:gd name="adj1" fmla="val 50075"/>
            </a:avLst>
          </a:prstGeom>
          <a:ln>
            <a:tailEnd type="arrow"/>
          </a:ln>
        </p:spPr>
        <p:style>
          <a:lnRef idx="2">
            <a:schemeClr val="accent1"/>
          </a:lnRef>
          <a:fillRef idx="0">
            <a:srgbClr val="FFFFFF"/>
          </a:fillRef>
          <a:effectRef idx="0">
            <a:srgbClr val="FFFFFF"/>
          </a:effectRef>
          <a:fontRef idx="minor">
            <a:schemeClr val="tx1"/>
          </a:fontRef>
        </p:style>
      </p:cxnSp>
      <p:cxnSp>
        <p:nvCxnSpPr>
          <p:cNvPr id="3145768" name="肘形连接符 18"/>
          <p:cNvCxnSpPr>
            <a:cxnSpLocks/>
            <a:stCxn id="1048642" idx="3"/>
            <a:endCxn id="1048645" idx="1"/>
          </p:cNvCxnSpPr>
          <p:nvPr/>
        </p:nvCxnSpPr>
        <p:spPr>
          <a:xfrm>
            <a:off x="7177405" y="3945255"/>
            <a:ext cx="2344420" cy="207010"/>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cxnSp>
        <p:nvCxnSpPr>
          <p:cNvPr id="3145769" name="肘形连接符 19"/>
          <p:cNvCxnSpPr>
            <a:cxnSpLocks/>
            <a:stCxn id="1048638" idx="3"/>
            <a:endCxn id="1048645" idx="0"/>
          </p:cNvCxnSpPr>
          <p:nvPr/>
        </p:nvCxnSpPr>
        <p:spPr>
          <a:xfrm>
            <a:off x="4997450" y="3354705"/>
            <a:ext cx="5256530" cy="556260"/>
          </a:xfrm>
          <a:prstGeom prst="bentConnector2"/>
          <a:ln>
            <a:tailEnd type="arrow"/>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mc:Choice xmlns:p14="http://schemas.microsoft.com/office/powerpoint/2010/main" Requires="p14">
          <p:contentPart p14:bwMode="auto" r:id="rId1">
            <p14:nvContentPartPr>
              <p14:cNvPr id="1048814" name=""/>
              <p14:cNvContentPartPr/>
              <p14:nvPr/>
            </p14:nvContentPartPr>
            <p14:xfrm>
              <a:off x="9587691" y="563740"/>
              <a:ext cx="1994613" cy="993535"/>
            </p14:xfrm>
          </p:contentPart>
        </mc:Choice>
        <mc:Fallback>
          <p:sp>
            <p:nvSpPr>
              <p:cNvPr id="1048814" name=""/>
              <p:cNvSpPr/>
              <p:nvPr/>
            </p:nvSpPr>
            <p:spPr>
              <a:xfrm>
                <a:off x="9587691" y="563740"/>
                <a:ext cx="1994613" cy="993535"/>
              </a:xfrm>
            </p:spPr>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30" name=""/>
        <p:cNvGrpSpPr/>
        <p:nvPr/>
      </p:nvGrpSpPr>
      <p:grpSpPr>
        <a:xfrm/>
      </p:grpSpPr>
      <p:sp>
        <p:nvSpPr>
          <p:cNvPr id="1048646" name="矩形 24"/>
          <p:cNvSpPr/>
          <p:nvPr/>
        </p:nvSpPr>
        <p:spPr>
          <a:xfrm>
            <a:off x="6864350" y="2299970"/>
            <a:ext cx="5218430" cy="4425315"/>
          </a:xfrm>
          <a:prstGeom prst="rect"/>
          <a:solidFill>
            <a:schemeClr val="bg1">
              <a:lumMod val="95000"/>
            </a:schemeClr>
          </a:solidFill>
          <a:ln w="38100">
            <a:solidFill>
              <a:schemeClr val="bg1">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anchor="ctr" rtlCol="0"/>
          <a:p>
            <a:pPr algn="ctr"/>
            <a:endParaRPr altLang="en-US" lang="zh-CN"/>
          </a:p>
        </p:txBody>
      </p:sp>
      <p:sp>
        <p:nvSpPr>
          <p:cNvPr id="1048647" name="矩形 14"/>
          <p:cNvSpPr/>
          <p:nvPr/>
        </p:nvSpPr>
        <p:spPr>
          <a:xfrm>
            <a:off x="244475" y="2295525"/>
            <a:ext cx="6521450" cy="4440555"/>
          </a:xfrm>
          <a:prstGeom prst="rect"/>
          <a:solidFill>
            <a:schemeClr val="bg1">
              <a:lumMod val="95000"/>
            </a:schemeClr>
          </a:solidFill>
          <a:ln w="38100">
            <a:solidFill>
              <a:schemeClr val="bg1">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anchor="ctr" rtlCol="0"/>
          <a:p>
            <a:pPr algn="ctr"/>
            <a:endParaRPr altLang="en-US" lang="zh-CN"/>
          </a:p>
        </p:txBody>
      </p:sp>
      <p:sp>
        <p:nvSpPr>
          <p:cNvPr id="1048648" name="文本框 3"/>
          <p:cNvSpPr txBox="1"/>
          <p:nvPr/>
        </p:nvSpPr>
        <p:spPr>
          <a:xfrm>
            <a:off x="678180" y="358140"/>
            <a:ext cx="4587240" cy="460375"/>
          </a:xfrm>
          <a:prstGeom prst="rect"/>
          <a:noFill/>
        </p:spPr>
        <p:txBody>
          <a:bodyPr rtlCol="0" wrap="square">
            <a:spAutoFit/>
          </a:bodyPr>
          <a:p>
            <a:pPr algn="ctr" lvl="0">
              <a:buClrTx/>
              <a:buSzTx/>
              <a:buFontTx/>
            </a:pPr>
            <a:r>
              <a:rPr altLang="en-US" b="1" sz="2400" lang="zh-CN">
                <a:sym typeface="+mn-ea"/>
              </a:rPr>
              <a:t>土壤重金属未来超标风险区分析</a:t>
            </a:r>
            <a:endParaRPr altLang="en-US" b="1" sz="2400" lang="zh-CN"/>
          </a:p>
        </p:txBody>
      </p:sp>
      <p:pic>
        <p:nvPicPr>
          <p:cNvPr id="2097168" name="Label2"/>
          <p:cNvPicPr>
            <a:picLocks/>
          </p:cNvPicPr>
          <p:nvPr/>
        </p:nvPicPr>
        <p:blipFill>
          <a:blip xmlns:r="http://schemas.openxmlformats.org/officeDocument/2006/relationships" r:embed="rId5"/>
          <a:stretch>
            <a:fillRect/>
          </a:stretch>
        </p:blipFill>
        <p:spPr>
          <a:xfrm>
            <a:off x="1035050" y="1130935"/>
            <a:ext cx="3541395" cy="381000"/>
          </a:xfrm>
          <a:prstGeom prst="rect"/>
        </p:spPr>
      </p:pic>
      <p:pic>
        <p:nvPicPr>
          <p:cNvPr id="2097169" name="CommandButton4"/>
          <p:cNvPicPr>
            <a:picLocks/>
          </p:cNvPicPr>
          <p:nvPr/>
        </p:nvPicPr>
        <p:blipFill>
          <a:blip xmlns:r="http://schemas.openxmlformats.org/officeDocument/2006/relationships" r:embed="rId6"/>
          <a:stretch>
            <a:fillRect/>
          </a:stretch>
        </p:blipFill>
        <p:spPr>
          <a:xfrm>
            <a:off x="4674870" y="1130935"/>
            <a:ext cx="1524000" cy="391795"/>
          </a:xfrm>
          <a:prstGeom prst="rect"/>
        </p:spPr>
      </p:pic>
      <p:pic>
        <p:nvPicPr>
          <p:cNvPr id="2097170" name="Label3"/>
          <p:cNvPicPr>
            <a:picLocks/>
          </p:cNvPicPr>
          <p:nvPr/>
        </p:nvPicPr>
        <p:blipFill>
          <a:blip xmlns:r="http://schemas.openxmlformats.org/officeDocument/2006/relationships" r:embed="rId7"/>
          <a:stretch>
            <a:fillRect/>
          </a:stretch>
        </p:blipFill>
        <p:spPr>
          <a:xfrm>
            <a:off x="1035050" y="1740535"/>
            <a:ext cx="3541395" cy="381000"/>
          </a:xfrm>
          <a:prstGeom prst="rect"/>
        </p:spPr>
      </p:pic>
      <p:pic>
        <p:nvPicPr>
          <p:cNvPr id="2097171" name="CommandButton5"/>
          <p:cNvPicPr>
            <a:picLocks/>
          </p:cNvPicPr>
          <p:nvPr/>
        </p:nvPicPr>
        <p:blipFill>
          <a:blip xmlns:r="http://schemas.openxmlformats.org/officeDocument/2006/relationships" r:embed="rId6"/>
          <a:stretch>
            <a:fillRect/>
          </a:stretch>
        </p:blipFill>
        <p:spPr>
          <a:xfrm>
            <a:off x="4674870" y="1740535"/>
            <a:ext cx="1524000" cy="391795"/>
          </a:xfrm>
          <a:prstGeom prst="rect"/>
        </p:spPr>
      </p:pic>
      <p:sp>
        <p:nvSpPr>
          <p:cNvPr id="1048649" name="文本框 6"/>
          <p:cNvSpPr txBox="1"/>
          <p:nvPr/>
        </p:nvSpPr>
        <p:spPr>
          <a:xfrm>
            <a:off x="245110" y="1004570"/>
            <a:ext cx="752475" cy="645160"/>
          </a:xfrm>
          <a:prstGeom prst="rect"/>
          <a:noFill/>
        </p:spPr>
        <p:txBody>
          <a:bodyPr rtlCol="0" wrap="square">
            <a:spAutoFit/>
          </a:bodyPr>
          <a:p>
            <a:r>
              <a:rPr altLang="en-US" lang="zh-CN"/>
              <a:t>基准数据</a:t>
            </a:r>
            <a:endParaRPr altLang="en-US" lang="zh-CN"/>
          </a:p>
        </p:txBody>
      </p:sp>
      <p:sp>
        <p:nvSpPr>
          <p:cNvPr id="1048650" name="文本框 7"/>
          <p:cNvSpPr txBox="1"/>
          <p:nvPr/>
        </p:nvSpPr>
        <p:spPr>
          <a:xfrm>
            <a:off x="230505" y="1579880"/>
            <a:ext cx="752475" cy="645160"/>
          </a:xfrm>
          <a:prstGeom prst="rect"/>
          <a:noFill/>
        </p:spPr>
        <p:txBody>
          <a:bodyPr rtlCol="0" wrap="square">
            <a:spAutoFit/>
          </a:bodyPr>
          <a:p>
            <a:r>
              <a:rPr altLang="en-US" lang="zh-CN"/>
              <a:t>监测数据</a:t>
            </a:r>
            <a:endParaRPr altLang="en-US" lang="zh-CN"/>
          </a:p>
        </p:txBody>
      </p:sp>
      <p:pic>
        <p:nvPicPr>
          <p:cNvPr id="2097172" name="图片 8"/>
          <p:cNvPicPr>
            <a:picLocks noChangeAspect="1"/>
          </p:cNvPicPr>
          <p:nvPr/>
        </p:nvPicPr>
        <p:blipFill>
          <a:blip xmlns:r="http://schemas.openxmlformats.org/officeDocument/2006/relationships" r:embed="rId8"/>
          <a:stretch>
            <a:fillRect/>
          </a:stretch>
        </p:blipFill>
        <p:spPr>
          <a:xfrm>
            <a:off x="437515" y="2885440"/>
            <a:ext cx="3321050" cy="3344545"/>
          </a:xfrm>
          <a:prstGeom prst="rect"/>
        </p:spPr>
      </p:pic>
      <p:graphicFrame>
        <p:nvGraphicFramePr>
          <p:cNvPr id="4194307" name="图表 9"/>
          <p:cNvGraphicFramePr>
            <a:graphicFrameLocks/>
          </p:cNvGraphicFramePr>
          <p:nvPr/>
        </p:nvGraphicFramePr>
        <p:xfrm>
          <a:off x="2999105" y="2130425"/>
          <a:ext cx="3632200" cy="2394585"/>
        </p:xfrm>
        <a:graphic>
          <a:graphicData uri="http://schemas.openxmlformats.org/drawingml/2006/chart">
            <c:chart xmlns:c="http://schemas.openxmlformats.org/drawingml/2006/chart" xmlns:r="http://schemas.openxmlformats.org/officeDocument/2006/relationships" r:id="rId1"/>
          </a:graphicData>
        </a:graphic>
      </p:graphicFrame>
      <p:sp>
        <p:nvSpPr>
          <p:cNvPr id="1048651" name="文本框 10"/>
          <p:cNvSpPr txBox="1"/>
          <p:nvPr/>
        </p:nvSpPr>
        <p:spPr>
          <a:xfrm>
            <a:off x="750570" y="6374130"/>
            <a:ext cx="3007995" cy="337185"/>
          </a:xfrm>
          <a:prstGeom prst="rect"/>
          <a:noFill/>
        </p:spPr>
        <p:txBody>
          <a:bodyPr rtlCol="0" wrap="square">
            <a:spAutoFit/>
          </a:bodyPr>
          <a:p>
            <a:r>
              <a:rPr altLang="en-US" sz="1600" lang="zh-CN"/>
              <a:t>监测点位累积幅度空间分布图</a:t>
            </a:r>
            <a:endParaRPr altLang="en-US" sz="1600" lang="zh-CN"/>
          </a:p>
        </p:txBody>
      </p:sp>
      <p:sp>
        <p:nvSpPr>
          <p:cNvPr id="1048652" name="文本框 11"/>
          <p:cNvSpPr txBox="1"/>
          <p:nvPr/>
        </p:nvSpPr>
        <p:spPr>
          <a:xfrm>
            <a:off x="3623310" y="4525010"/>
            <a:ext cx="3007995" cy="337185"/>
          </a:xfrm>
          <a:prstGeom prst="rect"/>
          <a:noFill/>
        </p:spPr>
        <p:txBody>
          <a:bodyPr rtlCol="0" wrap="square">
            <a:spAutoFit/>
          </a:bodyPr>
          <a:p>
            <a:pPr algn="ctr"/>
            <a:r>
              <a:rPr altLang="en-US" sz="1600" lang="zh-CN"/>
              <a:t>监测点位累积幅度占比统计</a:t>
            </a:r>
            <a:endParaRPr altLang="en-US" sz="1600" lang="zh-CN"/>
          </a:p>
        </p:txBody>
      </p:sp>
      <p:graphicFrame>
        <p:nvGraphicFramePr>
          <p:cNvPr id="4194308" name="图表 12"/>
          <p:cNvGraphicFramePr>
            <a:graphicFrameLocks/>
          </p:cNvGraphicFramePr>
          <p:nvPr/>
        </p:nvGraphicFramePr>
        <p:xfrm>
          <a:off x="3758565" y="4862195"/>
          <a:ext cx="2872740" cy="1511935"/>
        </p:xfrm>
        <a:graphic>
          <a:graphicData uri="http://schemas.openxmlformats.org/drawingml/2006/chart">
            <c:chart xmlns:c="http://schemas.openxmlformats.org/drawingml/2006/chart" xmlns:r="http://schemas.openxmlformats.org/officeDocument/2006/relationships" r:id="rId2"/>
          </a:graphicData>
        </a:graphic>
      </p:graphicFrame>
      <p:sp>
        <p:nvSpPr>
          <p:cNvPr id="1048653" name="文本框 13"/>
          <p:cNvSpPr txBox="1"/>
          <p:nvPr/>
        </p:nvSpPr>
        <p:spPr>
          <a:xfrm>
            <a:off x="3758565" y="6374130"/>
            <a:ext cx="3007995" cy="337185"/>
          </a:xfrm>
          <a:prstGeom prst="rect"/>
          <a:noFill/>
        </p:spPr>
        <p:txBody>
          <a:bodyPr rtlCol="0" wrap="square">
            <a:spAutoFit/>
          </a:bodyPr>
          <a:p>
            <a:pPr algn="ctr"/>
            <a:r>
              <a:rPr altLang="en-US" sz="1600" lang="zh-CN"/>
              <a:t>监测数据年际变化</a:t>
            </a:r>
            <a:endParaRPr altLang="en-US" sz="1600" lang="zh-CN"/>
          </a:p>
        </p:txBody>
      </p:sp>
      <p:sp>
        <p:nvSpPr>
          <p:cNvPr id="1048654" name="矩形 15"/>
          <p:cNvSpPr/>
          <p:nvPr/>
        </p:nvSpPr>
        <p:spPr>
          <a:xfrm>
            <a:off x="245110" y="2301240"/>
            <a:ext cx="1856105" cy="436880"/>
          </a:xfrm>
          <a:prstGeom prst="rect"/>
          <a:solidFill>
            <a:schemeClr val="bg1">
              <a:lumMod val="75000"/>
            </a:schemeClr>
          </a:solidFill>
          <a:ln>
            <a:noFill/>
          </a:ln>
          <a:effectLst>
            <a:outerShdw algn="tl" blurRad="50800" dir="2700000" dist="38100"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b="1" lang="zh-CN">
                <a:solidFill>
                  <a:schemeClr val="tx1"/>
                </a:solidFill>
              </a:rPr>
              <a:t>累积趋势分析</a:t>
            </a:r>
            <a:endParaRPr altLang="en-US" b="1" lang="zh-CN">
              <a:solidFill>
                <a:schemeClr val="tx1"/>
              </a:solidFill>
            </a:endParaRPr>
          </a:p>
        </p:txBody>
      </p:sp>
      <p:pic>
        <p:nvPicPr>
          <p:cNvPr id="2097173" name="图片 19"/>
          <p:cNvPicPr>
            <a:picLocks noChangeAspect="1"/>
          </p:cNvPicPr>
          <p:nvPr/>
        </p:nvPicPr>
        <p:blipFill>
          <a:blip xmlns:r="http://schemas.openxmlformats.org/officeDocument/2006/relationships" r:embed="rId8"/>
          <a:stretch>
            <a:fillRect/>
          </a:stretch>
        </p:blipFill>
        <p:spPr>
          <a:xfrm>
            <a:off x="7167880" y="2883535"/>
            <a:ext cx="2165985" cy="2181225"/>
          </a:xfrm>
          <a:prstGeom prst="rect"/>
        </p:spPr>
      </p:pic>
      <p:sp>
        <p:nvSpPr>
          <p:cNvPr id="1048655" name="文本框 21"/>
          <p:cNvSpPr txBox="1"/>
          <p:nvPr/>
        </p:nvSpPr>
        <p:spPr>
          <a:xfrm>
            <a:off x="9735820" y="2760345"/>
            <a:ext cx="2040890" cy="2280920"/>
          </a:xfrm>
          <a:prstGeom prst="rect"/>
          <a:noFill/>
        </p:spPr>
        <p:txBody>
          <a:bodyPr rtlCol="0" wrap="square">
            <a:noAutofit/>
          </a:bodyPr>
          <a:p>
            <a:pPr algn="l" indent="0">
              <a:lnSpc>
                <a:spcPct val="150000"/>
              </a:lnSpc>
              <a:buFont typeface="Wingdings" panose="05000000000000000000" charset="0"/>
              <a:buNone/>
            </a:pPr>
            <a:r>
              <a:rPr altLang="en-US" sz="1600" lang="zh-CN"/>
              <a:t>未来超标风险区空间分布图</a:t>
            </a:r>
            <a:endParaRPr altLang="en-US" sz="1600" lang="zh-CN"/>
          </a:p>
          <a:p>
            <a:pPr algn="l" indent="-285750" marL="285750">
              <a:lnSpc>
                <a:spcPct val="150000"/>
              </a:lnSpc>
              <a:buFont typeface="Wingdings" panose="05000000000000000000" charset="0"/>
              <a:buChar char="p"/>
            </a:pPr>
            <a:r>
              <a:rPr altLang="en-US" sz="1600" lang="zh-CN"/>
              <a:t>年均累积速率：</a:t>
            </a:r>
            <a:r>
              <a:rPr altLang="zh-CN" sz="1600" lang="en-US"/>
              <a:t>0.123 mg/(kg</a:t>
            </a:r>
            <a:r>
              <a:rPr altLang="zh-CN" sz="1600" lang="en-US">
                <a:latin typeface="微软雅黑" panose="020B0503020204020204" charset="-122"/>
                <a:ea typeface="微软雅黑" panose="020B0503020204020204" charset="-122"/>
              </a:rPr>
              <a:t>·</a:t>
            </a:r>
            <a:r>
              <a:rPr altLang="zh-CN" sz="1600" lang="en-US"/>
              <a:t>y)</a:t>
            </a:r>
            <a:endParaRPr altLang="zh-CN" sz="1600" lang="en-US"/>
          </a:p>
          <a:p>
            <a:pPr algn="l" indent="-285750" marL="285750">
              <a:lnSpc>
                <a:spcPct val="150000"/>
              </a:lnSpc>
              <a:buFont typeface="Wingdings" panose="05000000000000000000" charset="0"/>
              <a:buChar char="p"/>
            </a:pPr>
            <a:r>
              <a:rPr altLang="en-US" sz="1600" lang="zh-CN"/>
              <a:t>风险区面积占比：</a:t>
            </a:r>
            <a:r>
              <a:rPr altLang="zh-CN" sz="1600" lang="en-US"/>
              <a:t>12.3%</a:t>
            </a:r>
            <a:endParaRPr altLang="zh-CN" sz="1600" lang="en-US"/>
          </a:p>
        </p:txBody>
      </p:sp>
      <p:graphicFrame>
        <p:nvGraphicFramePr>
          <p:cNvPr id="4194309" name="图表 22"/>
          <p:cNvGraphicFramePr>
            <a:graphicFrameLocks/>
          </p:cNvGraphicFramePr>
          <p:nvPr/>
        </p:nvGraphicFramePr>
        <p:xfrm>
          <a:off x="9608185" y="5074285"/>
          <a:ext cx="2169160" cy="1395730"/>
        </p:xfrm>
        <a:graphic>
          <a:graphicData uri="http://schemas.openxmlformats.org/drawingml/2006/chart">
            <c:chart xmlns:c="http://schemas.openxmlformats.org/drawingml/2006/chart" xmlns:r="http://schemas.openxmlformats.org/officeDocument/2006/relationships" r:id="rId3"/>
          </a:graphicData>
        </a:graphic>
      </p:graphicFrame>
      <p:sp>
        <p:nvSpPr>
          <p:cNvPr id="1048656" name="文本框 23"/>
          <p:cNvSpPr txBox="1"/>
          <p:nvPr/>
        </p:nvSpPr>
        <p:spPr>
          <a:xfrm>
            <a:off x="9484995" y="6343650"/>
            <a:ext cx="2597785" cy="367665"/>
          </a:xfrm>
          <a:prstGeom prst="rect"/>
          <a:noFill/>
        </p:spPr>
        <p:txBody>
          <a:bodyPr rtlCol="0" wrap="square">
            <a:noAutofit/>
          </a:bodyPr>
          <a:p>
            <a:pPr algn="ctr"/>
            <a:r>
              <a:rPr altLang="en-US" sz="1600" lang="zh-CN"/>
              <a:t>风险区面积年际变化</a:t>
            </a:r>
            <a:endParaRPr altLang="en-US" sz="1600" lang="zh-CN"/>
          </a:p>
        </p:txBody>
      </p:sp>
      <p:sp>
        <p:nvSpPr>
          <p:cNvPr id="1048657" name="矩形 25"/>
          <p:cNvSpPr/>
          <p:nvPr/>
        </p:nvSpPr>
        <p:spPr>
          <a:xfrm>
            <a:off x="6864350" y="2305685"/>
            <a:ext cx="1856105" cy="436880"/>
          </a:xfrm>
          <a:prstGeom prst="rect"/>
          <a:solidFill>
            <a:schemeClr val="bg1">
              <a:lumMod val="75000"/>
            </a:schemeClr>
          </a:solidFill>
          <a:ln>
            <a:noFill/>
          </a:ln>
          <a:effectLst>
            <a:outerShdw algn="tl" blurRad="50800" dir="2700000" dist="38100"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b="1" lang="zh-CN">
                <a:solidFill>
                  <a:schemeClr val="tx1"/>
                </a:solidFill>
              </a:rPr>
              <a:t>超标风险区分析</a:t>
            </a:r>
            <a:endParaRPr altLang="en-US" b="1" lang="zh-CN">
              <a:solidFill>
                <a:schemeClr val="tx1"/>
              </a:solidFill>
            </a:endParaRPr>
          </a:p>
        </p:txBody>
      </p:sp>
      <p:pic>
        <p:nvPicPr>
          <p:cNvPr id="2097174" name="Label4"/>
          <p:cNvPicPr>
            <a:picLocks/>
          </p:cNvPicPr>
          <p:nvPr/>
        </p:nvPicPr>
        <p:blipFill>
          <a:blip xmlns:r="http://schemas.openxmlformats.org/officeDocument/2006/relationships" r:embed="rId9"/>
          <a:stretch>
            <a:fillRect/>
          </a:stretch>
        </p:blipFill>
        <p:spPr>
          <a:xfrm>
            <a:off x="6499860" y="1146810"/>
            <a:ext cx="3936365" cy="381000"/>
          </a:xfrm>
          <a:prstGeom prst="rect"/>
        </p:spPr>
      </p:pic>
      <p:pic>
        <p:nvPicPr>
          <p:cNvPr id="2097175" name="CommandButton8"/>
          <p:cNvPicPr>
            <a:picLocks/>
          </p:cNvPicPr>
          <p:nvPr/>
        </p:nvPicPr>
        <p:blipFill>
          <a:blip xmlns:r="http://schemas.openxmlformats.org/officeDocument/2006/relationships" r:embed="rId10"/>
          <a:stretch>
            <a:fillRect/>
          </a:stretch>
        </p:blipFill>
        <p:spPr>
          <a:xfrm>
            <a:off x="10782935" y="1146810"/>
            <a:ext cx="994410" cy="391795"/>
          </a:xfrm>
          <a:prstGeom prst="rect"/>
        </p:spPr>
      </p:pic>
      <p:pic>
        <p:nvPicPr>
          <p:cNvPr id="2097176" name="ComboBox4"/>
          <p:cNvPicPr>
            <a:picLocks/>
          </p:cNvPicPr>
          <p:nvPr/>
        </p:nvPicPr>
        <p:blipFill>
          <a:blip xmlns:r="http://schemas.openxmlformats.org/officeDocument/2006/relationships" r:embed="rId11"/>
          <a:stretch>
            <a:fillRect/>
          </a:stretch>
        </p:blipFill>
        <p:spPr>
          <a:xfrm>
            <a:off x="4064635" y="2350135"/>
            <a:ext cx="1694815" cy="381000"/>
          </a:xfrm>
          <a:prstGeom prst="rect"/>
        </p:spPr>
      </p:pic>
      <p:pic>
        <p:nvPicPr>
          <p:cNvPr id="2097177" name="CommandButton9"/>
          <p:cNvPicPr>
            <a:picLocks/>
          </p:cNvPicPr>
          <p:nvPr/>
        </p:nvPicPr>
        <p:blipFill>
          <a:blip xmlns:r="http://schemas.openxmlformats.org/officeDocument/2006/relationships" r:embed="rId12"/>
          <a:stretch>
            <a:fillRect/>
          </a:stretch>
        </p:blipFill>
        <p:spPr>
          <a:xfrm>
            <a:off x="5767705" y="2350135"/>
            <a:ext cx="863600" cy="381000"/>
          </a:xfrm>
          <a:prstGeom prst="rect"/>
        </p:spPr>
      </p:pic>
      <p:pic>
        <p:nvPicPr>
          <p:cNvPr id="2097178" name="ComboBox5"/>
          <p:cNvPicPr>
            <a:picLocks/>
          </p:cNvPicPr>
          <p:nvPr/>
        </p:nvPicPr>
        <p:blipFill>
          <a:blip xmlns:r="http://schemas.openxmlformats.org/officeDocument/2006/relationships" r:embed="rId13"/>
          <a:stretch>
            <a:fillRect/>
          </a:stretch>
        </p:blipFill>
        <p:spPr>
          <a:xfrm>
            <a:off x="9484995" y="2346325"/>
            <a:ext cx="1694815" cy="381000"/>
          </a:xfrm>
          <a:prstGeom prst="rect"/>
        </p:spPr>
      </p:pic>
      <p:pic>
        <p:nvPicPr>
          <p:cNvPr id="2097179" name="CommandButton10"/>
          <p:cNvPicPr>
            <a:picLocks/>
          </p:cNvPicPr>
          <p:nvPr/>
        </p:nvPicPr>
        <p:blipFill>
          <a:blip xmlns:r="http://schemas.openxmlformats.org/officeDocument/2006/relationships" r:embed="rId12"/>
          <a:stretch>
            <a:fillRect/>
          </a:stretch>
        </p:blipFill>
        <p:spPr>
          <a:xfrm>
            <a:off x="11188065" y="2346325"/>
            <a:ext cx="863600" cy="381000"/>
          </a:xfrm>
          <a:prstGeom prst="rect"/>
        </p:spPr>
      </p:pic>
      <p:pic>
        <p:nvPicPr>
          <p:cNvPr id="2097180" name="Label5"/>
          <p:cNvPicPr>
            <a:picLocks/>
          </p:cNvPicPr>
          <p:nvPr/>
        </p:nvPicPr>
        <p:blipFill>
          <a:blip xmlns:r="http://schemas.openxmlformats.org/officeDocument/2006/relationships" r:embed="rId14"/>
          <a:stretch>
            <a:fillRect/>
          </a:stretch>
        </p:blipFill>
        <p:spPr>
          <a:xfrm>
            <a:off x="6499860" y="1748790"/>
            <a:ext cx="3936365" cy="381000"/>
          </a:xfrm>
          <a:prstGeom prst="rect"/>
        </p:spPr>
      </p:pic>
      <p:pic>
        <p:nvPicPr>
          <p:cNvPr id="2097181" name="CommandButton6"/>
          <p:cNvPicPr>
            <a:picLocks/>
          </p:cNvPicPr>
          <p:nvPr/>
        </p:nvPicPr>
        <p:blipFill>
          <a:blip xmlns:r="http://schemas.openxmlformats.org/officeDocument/2006/relationships" r:embed="rId15"/>
          <a:stretch>
            <a:fillRect/>
          </a:stretch>
        </p:blipFill>
        <p:spPr>
          <a:xfrm>
            <a:off x="10782935" y="1748790"/>
            <a:ext cx="994410" cy="391795"/>
          </a:xfrm>
          <a:prstGeom prst="rect"/>
        </p:spPr>
      </p:pic>
      <p:graphicFrame>
        <p:nvGraphicFramePr>
          <p:cNvPr id="4194310" name="图表 73"/>
          <p:cNvGraphicFramePr>
            <a:graphicFrameLocks/>
          </p:cNvGraphicFramePr>
          <p:nvPr/>
        </p:nvGraphicFramePr>
        <p:xfrm>
          <a:off x="7167880" y="5064760"/>
          <a:ext cx="2169160" cy="1395730"/>
        </p:xfrm>
        <a:graphic>
          <a:graphicData uri="http://schemas.openxmlformats.org/drawingml/2006/chart">
            <c:chart xmlns:c="http://schemas.openxmlformats.org/drawingml/2006/chart" xmlns:r="http://schemas.openxmlformats.org/officeDocument/2006/relationships" r:id="rId4"/>
          </a:graphicData>
        </a:graphic>
      </p:graphicFrame>
      <p:sp>
        <p:nvSpPr>
          <p:cNvPr id="1048658" name="文本框 74"/>
          <p:cNvSpPr txBox="1"/>
          <p:nvPr/>
        </p:nvSpPr>
        <p:spPr>
          <a:xfrm>
            <a:off x="6949440" y="6358890"/>
            <a:ext cx="2597785" cy="367665"/>
          </a:xfrm>
          <a:prstGeom prst="rect"/>
          <a:noFill/>
        </p:spPr>
        <p:txBody>
          <a:bodyPr rtlCol="0" wrap="square">
            <a:noAutofit/>
          </a:bodyPr>
          <a:p>
            <a:pPr algn="ctr"/>
            <a:r>
              <a:rPr altLang="en-US" sz="1600" lang="zh-CN"/>
              <a:t>累积趋势拟合</a:t>
            </a:r>
            <a:endParaRPr altLang="en-US" sz="1600" lang="zh-CN"/>
          </a:p>
        </p:txBody>
      </p:sp>
      <p:sp>
        <p:nvSpPr>
          <p:cNvPr id="1048659" name="任意多边形 75"/>
          <p:cNvSpPr/>
          <p:nvPr/>
        </p:nvSpPr>
        <p:spPr>
          <a:xfrm>
            <a:off x="8398510" y="3574415"/>
            <a:ext cx="491490" cy="445135"/>
          </a:xfrm>
          <a:custGeom>
            <a:avLst/>
            <a:gdLst>
              <a:gd name="connisteX0" fmla="*/ 353060 w 491490"/>
              <a:gd name="connsiteY0" fmla="*/ 76835 h 445135"/>
              <a:gd name="connisteX1" fmla="*/ 276225 w 491490"/>
              <a:gd name="connsiteY1" fmla="*/ 46355 h 445135"/>
              <a:gd name="connisteX2" fmla="*/ 199390 w 491490"/>
              <a:gd name="connsiteY2" fmla="*/ 46355 h 445135"/>
              <a:gd name="connisteX3" fmla="*/ 123190 w 491490"/>
              <a:gd name="connsiteY3" fmla="*/ 0 h 445135"/>
              <a:gd name="connisteX4" fmla="*/ 46355 w 491490"/>
              <a:gd name="connsiteY4" fmla="*/ 46355 h 445135"/>
              <a:gd name="connisteX5" fmla="*/ 15240 w 491490"/>
              <a:gd name="connsiteY5" fmla="*/ 122555 h 445135"/>
              <a:gd name="connisteX6" fmla="*/ 0 w 491490"/>
              <a:gd name="connsiteY6" fmla="*/ 199390 h 445135"/>
              <a:gd name="connisteX7" fmla="*/ 0 w 491490"/>
              <a:gd name="connsiteY7" fmla="*/ 276225 h 445135"/>
              <a:gd name="connisteX8" fmla="*/ 46355 w 491490"/>
              <a:gd name="connsiteY8" fmla="*/ 353060 h 445135"/>
              <a:gd name="connisteX9" fmla="*/ 123190 w 491490"/>
              <a:gd name="connsiteY9" fmla="*/ 399415 h 445135"/>
              <a:gd name="connisteX10" fmla="*/ 199390 w 491490"/>
              <a:gd name="connsiteY10" fmla="*/ 429895 h 445135"/>
              <a:gd name="connisteX11" fmla="*/ 276225 w 491490"/>
              <a:gd name="connsiteY11" fmla="*/ 445135 h 445135"/>
              <a:gd name="connisteX12" fmla="*/ 353060 w 491490"/>
              <a:gd name="connsiteY12" fmla="*/ 445135 h 445135"/>
              <a:gd name="connisteX13" fmla="*/ 429895 w 491490"/>
              <a:gd name="connsiteY13" fmla="*/ 445135 h 445135"/>
              <a:gd name="connisteX14" fmla="*/ 491490 w 491490"/>
              <a:gd name="connsiteY14" fmla="*/ 368300 h 445135"/>
              <a:gd name="connisteX15" fmla="*/ 491490 w 491490"/>
              <a:gd name="connsiteY15" fmla="*/ 291465 h 445135"/>
              <a:gd name="connisteX16" fmla="*/ 491490 w 491490"/>
              <a:gd name="connsiteY16" fmla="*/ 215265 h 445135"/>
              <a:gd name="connisteX17" fmla="*/ 476250 w 491490"/>
              <a:gd name="connsiteY17" fmla="*/ 138430 h 445135"/>
              <a:gd name="connisteX18" fmla="*/ 399415 w 491490"/>
              <a:gd name="connsiteY18" fmla="*/ 92075 h 44513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Lst>
            <a:rect l="l" t="t" r="r" b="b"/>
            <a:pathLst>
              <a:path w="491490" h="445135">
                <a:moveTo>
                  <a:pt x="353060" y="76835"/>
                </a:moveTo>
                <a:lnTo>
                  <a:pt x="276225" y="46355"/>
                </a:lnTo>
                <a:lnTo>
                  <a:pt x="199390" y="46355"/>
                </a:lnTo>
                <a:lnTo>
                  <a:pt x="123190" y="0"/>
                </a:lnTo>
                <a:lnTo>
                  <a:pt x="46355" y="46355"/>
                </a:lnTo>
                <a:lnTo>
                  <a:pt x="15240" y="122555"/>
                </a:lnTo>
                <a:lnTo>
                  <a:pt x="0" y="199390"/>
                </a:lnTo>
                <a:lnTo>
                  <a:pt x="0" y="276225"/>
                </a:lnTo>
                <a:lnTo>
                  <a:pt x="46355" y="353060"/>
                </a:lnTo>
                <a:lnTo>
                  <a:pt x="123190" y="399415"/>
                </a:lnTo>
                <a:lnTo>
                  <a:pt x="199390" y="429895"/>
                </a:lnTo>
                <a:lnTo>
                  <a:pt x="276225" y="445135"/>
                </a:lnTo>
                <a:lnTo>
                  <a:pt x="353060" y="445135"/>
                </a:lnTo>
                <a:lnTo>
                  <a:pt x="429895" y="445135"/>
                </a:lnTo>
                <a:lnTo>
                  <a:pt x="491490" y="368300"/>
                </a:lnTo>
                <a:lnTo>
                  <a:pt x="491490" y="291465"/>
                </a:lnTo>
                <a:lnTo>
                  <a:pt x="491490" y="215265"/>
                </a:lnTo>
                <a:lnTo>
                  <a:pt x="476250" y="138430"/>
                </a:lnTo>
                <a:lnTo>
                  <a:pt x="399415" y="92075"/>
                </a:lnTo>
              </a:path>
            </a:pathLst>
          </a:custGeom>
          <a:solidFill>
            <a:srgbClr val="FF0000">
              <a:alpha val="32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anchor="ctr" rtlCol="0"/>
          <a:p>
            <a:pPr algn="ctr"/>
            <a:endParaRPr altLang="en-US" lang="zh-CN"/>
          </a:p>
        </p:txBody>
      </p:sp>
      <p:sp>
        <p:nvSpPr>
          <p:cNvPr id="1048660" name="任意多边形 76"/>
          <p:cNvSpPr/>
          <p:nvPr/>
        </p:nvSpPr>
        <p:spPr>
          <a:xfrm>
            <a:off x="8122285" y="4296410"/>
            <a:ext cx="506730" cy="306705"/>
          </a:xfrm>
          <a:custGeom>
            <a:avLst/>
            <a:gdLst>
              <a:gd name="connisteX0" fmla="*/ 506730 w 506730"/>
              <a:gd name="connsiteY0" fmla="*/ 229870 h 306705"/>
              <a:gd name="connisteX1" fmla="*/ 429895 w 506730"/>
              <a:gd name="connsiteY1" fmla="*/ 168910 h 306705"/>
              <a:gd name="connisteX2" fmla="*/ 353060 w 506730"/>
              <a:gd name="connsiteY2" fmla="*/ 122555 h 306705"/>
              <a:gd name="connisteX3" fmla="*/ 276225 w 506730"/>
              <a:gd name="connsiteY3" fmla="*/ 92075 h 306705"/>
              <a:gd name="connisteX4" fmla="*/ 199390 w 506730"/>
              <a:gd name="connsiteY4" fmla="*/ 76200 h 306705"/>
              <a:gd name="connisteX5" fmla="*/ 122555 w 506730"/>
              <a:gd name="connsiteY5" fmla="*/ 30480 h 306705"/>
              <a:gd name="connisteX6" fmla="*/ 45720 w 506730"/>
              <a:gd name="connsiteY6" fmla="*/ 0 h 306705"/>
              <a:gd name="connisteX7" fmla="*/ 0 w 506730"/>
              <a:gd name="connsiteY7" fmla="*/ 92075 h 306705"/>
              <a:gd name="connisteX8" fmla="*/ 30480 w 506730"/>
              <a:gd name="connsiteY8" fmla="*/ 168910 h 306705"/>
              <a:gd name="connisteX9" fmla="*/ 107315 w 506730"/>
              <a:gd name="connsiteY9" fmla="*/ 229870 h 306705"/>
              <a:gd name="connisteX10" fmla="*/ 184150 w 506730"/>
              <a:gd name="connsiteY10" fmla="*/ 291465 h 306705"/>
              <a:gd name="connisteX11" fmla="*/ 260985 w 506730"/>
              <a:gd name="connsiteY11" fmla="*/ 306705 h 306705"/>
              <a:gd name="connisteX12" fmla="*/ 337820 w 506730"/>
              <a:gd name="connsiteY12" fmla="*/ 306705 h 306705"/>
              <a:gd name="connisteX13" fmla="*/ 414655 w 506730"/>
              <a:gd name="connsiteY13" fmla="*/ 306705 h 306705"/>
              <a:gd name="connisteX14" fmla="*/ 491490 w 506730"/>
              <a:gd name="connsiteY14" fmla="*/ 306705 h 306705"/>
              <a:gd name="connisteX15" fmla="*/ 506730 w 506730"/>
              <a:gd name="connsiteY15" fmla="*/ 229870 h 30670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Lst>
            <a:rect l="l" t="t" r="r" b="b"/>
            <a:pathLst>
              <a:path w="506730" h="306705">
                <a:moveTo>
                  <a:pt x="506730" y="229870"/>
                </a:moveTo>
                <a:lnTo>
                  <a:pt x="429895" y="168910"/>
                </a:lnTo>
                <a:lnTo>
                  <a:pt x="353060" y="122555"/>
                </a:lnTo>
                <a:lnTo>
                  <a:pt x="276225" y="92075"/>
                </a:lnTo>
                <a:lnTo>
                  <a:pt x="199390" y="76200"/>
                </a:lnTo>
                <a:lnTo>
                  <a:pt x="122555" y="30480"/>
                </a:lnTo>
                <a:lnTo>
                  <a:pt x="45720" y="0"/>
                </a:lnTo>
                <a:lnTo>
                  <a:pt x="0" y="92075"/>
                </a:lnTo>
                <a:lnTo>
                  <a:pt x="30480" y="168910"/>
                </a:lnTo>
                <a:lnTo>
                  <a:pt x="107315" y="229870"/>
                </a:lnTo>
                <a:lnTo>
                  <a:pt x="184150" y="291465"/>
                </a:lnTo>
                <a:lnTo>
                  <a:pt x="260985" y="306705"/>
                </a:lnTo>
                <a:lnTo>
                  <a:pt x="337820" y="306705"/>
                </a:lnTo>
                <a:lnTo>
                  <a:pt x="414655" y="306705"/>
                </a:lnTo>
                <a:lnTo>
                  <a:pt x="491490" y="306705"/>
                </a:lnTo>
                <a:lnTo>
                  <a:pt x="506730" y="229870"/>
                </a:lnTo>
                <a:close/>
              </a:path>
            </a:pathLst>
          </a:custGeom>
          <a:solidFill>
            <a:srgbClr val="FF0000">
              <a:alpha val="3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anchor="ctr" rtlCol="0"/>
          <a:p>
            <a:pPr algn="ctr"/>
            <a:endParaRPr altLang="en-US" lang="zh-C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31" name=""/>
        <p:cNvGrpSpPr/>
        <p:nvPr/>
      </p:nvGrpSpPr>
      <p:grpSpPr>
        <a:xfrm/>
      </p:grpSpPr>
      <p:sp>
        <p:nvSpPr>
          <p:cNvPr id="1048661" name="圆角矩形 13"/>
          <p:cNvSpPr/>
          <p:nvPr/>
        </p:nvSpPr>
        <p:spPr>
          <a:xfrm>
            <a:off x="1691640" y="15303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基准数据</a:t>
            </a:r>
            <a:endParaRPr altLang="en-US" lang="zh-CN"/>
          </a:p>
          <a:p>
            <a:pPr algn="ctr"/>
            <a:r>
              <a:rPr altLang="en-US" lang="zh-CN"/>
              <a:t>文件</a:t>
            </a:r>
            <a:endParaRPr altLang="en-US" lang="zh-CN"/>
          </a:p>
        </p:txBody>
      </p:sp>
      <p:sp>
        <p:nvSpPr>
          <p:cNvPr id="1048662" name="圆角矩形 3"/>
          <p:cNvSpPr/>
          <p:nvPr/>
        </p:nvSpPr>
        <p:spPr>
          <a:xfrm>
            <a:off x="4954270" y="199961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监测数据</a:t>
            </a:r>
            <a:endParaRPr altLang="en-US" lang="zh-CN"/>
          </a:p>
          <a:p>
            <a:pPr algn="ctr"/>
            <a:r>
              <a:rPr altLang="en-US" lang="zh-CN"/>
              <a:t>文件</a:t>
            </a:r>
            <a:endParaRPr altLang="en-US" lang="zh-CN"/>
          </a:p>
        </p:txBody>
      </p:sp>
      <p:sp>
        <p:nvSpPr>
          <p:cNvPr id="1048663" name="文本框 4"/>
          <p:cNvSpPr txBox="1"/>
          <p:nvPr/>
        </p:nvSpPr>
        <p:spPr>
          <a:xfrm>
            <a:off x="4504055" y="1240155"/>
            <a:ext cx="2482215" cy="645160"/>
          </a:xfrm>
          <a:prstGeom prst="rect"/>
          <a:noFill/>
        </p:spPr>
        <p:txBody>
          <a:bodyPr rtlCol="0" wrap="square">
            <a:spAutoFit/>
          </a:bodyPr>
          <a:p>
            <a:r>
              <a:rPr altLang="en-US" lang="zh-CN"/>
              <a:t>每个年份一</a:t>
            </a:r>
            <a:r>
              <a:rPr lang="zh-CN"/>
              <a:t>个</a:t>
            </a:r>
            <a:r>
              <a:rPr altLang="zh-CN" lang="en-US"/>
              <a:t>sheet</a:t>
            </a:r>
            <a:r>
              <a:rPr altLang="en-US" lang="zh-CN"/>
              <a:t>，存入同一</a:t>
            </a:r>
            <a:r>
              <a:rPr altLang="zh-CN" lang="en-US"/>
              <a:t>excel</a:t>
            </a:r>
            <a:r>
              <a:rPr altLang="en-US" lang="zh-CN"/>
              <a:t>文件</a:t>
            </a:r>
            <a:endParaRPr altLang="en-US" lang="zh-CN"/>
          </a:p>
        </p:txBody>
      </p:sp>
      <p:sp>
        <p:nvSpPr>
          <p:cNvPr id="1048664" name="圆角矩形 5"/>
          <p:cNvSpPr/>
          <p:nvPr/>
        </p:nvSpPr>
        <p:spPr>
          <a:xfrm>
            <a:off x="231140" y="63563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空间插值</a:t>
            </a:r>
            <a:endParaRPr altLang="en-US" lang="zh-CN"/>
          </a:p>
        </p:txBody>
      </p:sp>
      <p:sp>
        <p:nvSpPr>
          <p:cNvPr id="1048665" name="圆角矩形 6"/>
          <p:cNvSpPr/>
          <p:nvPr/>
        </p:nvSpPr>
        <p:spPr>
          <a:xfrm>
            <a:off x="1691640" y="113982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栅格化</a:t>
            </a:r>
            <a:endParaRPr altLang="en-US" lang="zh-CN"/>
          </a:p>
        </p:txBody>
      </p:sp>
      <p:sp>
        <p:nvSpPr>
          <p:cNvPr id="1048666" name="圆角矩形 7"/>
          <p:cNvSpPr/>
          <p:nvPr/>
        </p:nvSpPr>
        <p:spPr>
          <a:xfrm>
            <a:off x="1691640" y="199961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提取监测点位基准数据</a:t>
            </a:r>
            <a:endParaRPr altLang="en-US" lang="zh-CN"/>
          </a:p>
        </p:txBody>
      </p:sp>
      <p:cxnSp>
        <p:nvCxnSpPr>
          <p:cNvPr id="3145770" name="直接箭头连接符 8"/>
          <p:cNvCxnSpPr>
            <a:cxnSpLocks/>
            <a:stCxn id="1048661" idx="2"/>
            <a:endCxn id="1048665" idx="0"/>
          </p:cNvCxnSpPr>
          <p:nvPr/>
        </p:nvCxnSpPr>
        <p:spPr>
          <a:xfrm>
            <a:off x="2423795" y="635635"/>
            <a:ext cx="0" cy="504190"/>
          </a:xfrm>
          <a:prstGeom prst="straightConnector1"/>
          <a:ln>
            <a:tailEnd type="arrow"/>
          </a:ln>
        </p:spPr>
        <p:style>
          <a:lnRef idx="2">
            <a:schemeClr val="accent1"/>
          </a:lnRef>
          <a:fillRef idx="0">
            <a:srgbClr val="FFFFFF"/>
          </a:fillRef>
          <a:effectRef idx="0">
            <a:srgbClr val="FFFFFF"/>
          </a:effectRef>
          <a:fontRef idx="minor">
            <a:schemeClr val="tx1"/>
          </a:fontRef>
        </p:style>
      </p:cxnSp>
      <p:cxnSp>
        <p:nvCxnSpPr>
          <p:cNvPr id="3145771" name="肘形连接符 9"/>
          <p:cNvCxnSpPr>
            <a:cxnSpLocks/>
            <a:stCxn id="1048664" idx="3"/>
            <a:endCxn id="1048665" idx="0"/>
          </p:cNvCxnSpPr>
          <p:nvPr/>
        </p:nvCxnSpPr>
        <p:spPr>
          <a:xfrm>
            <a:off x="1694815" y="876935"/>
            <a:ext cx="728980" cy="262890"/>
          </a:xfrm>
          <a:prstGeom prst="bentConnector2"/>
          <a:ln>
            <a:tailEnd type="arrow"/>
          </a:ln>
        </p:spPr>
        <p:style>
          <a:lnRef idx="2">
            <a:schemeClr val="accent1"/>
          </a:lnRef>
          <a:fillRef idx="0">
            <a:srgbClr val="FFFFFF"/>
          </a:fillRef>
          <a:effectRef idx="0">
            <a:srgbClr val="FFFFFF"/>
          </a:effectRef>
          <a:fontRef idx="minor">
            <a:schemeClr val="tx1"/>
          </a:fontRef>
        </p:style>
      </p:cxnSp>
      <p:cxnSp>
        <p:nvCxnSpPr>
          <p:cNvPr id="3145772" name="直接箭头连接符 10"/>
          <p:cNvCxnSpPr>
            <a:cxnSpLocks/>
            <a:stCxn id="1048665" idx="2"/>
            <a:endCxn id="1048666" idx="0"/>
          </p:cNvCxnSpPr>
          <p:nvPr/>
        </p:nvCxnSpPr>
        <p:spPr>
          <a:xfrm>
            <a:off x="2423795" y="1622425"/>
            <a:ext cx="0" cy="377190"/>
          </a:xfrm>
          <a:prstGeom prst="straightConnector1"/>
          <a:ln>
            <a:tailEnd type="arrow"/>
          </a:ln>
        </p:spPr>
        <p:style>
          <a:lnRef idx="2">
            <a:schemeClr val="accent1"/>
          </a:lnRef>
          <a:fillRef idx="0">
            <a:srgbClr val="FFFFFF"/>
          </a:fillRef>
          <a:effectRef idx="0">
            <a:srgbClr val="FFFFFF"/>
          </a:effectRef>
          <a:fontRef idx="minor">
            <a:schemeClr val="tx1"/>
          </a:fontRef>
        </p:style>
      </p:cxnSp>
      <p:sp>
        <p:nvSpPr>
          <p:cNvPr id="1048667" name="圆角矩形 12"/>
          <p:cNvSpPr/>
          <p:nvPr/>
        </p:nvSpPr>
        <p:spPr>
          <a:xfrm>
            <a:off x="1691640" y="2946400"/>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累积幅度</a:t>
            </a:r>
            <a:endParaRPr altLang="en-US" lang="zh-CN"/>
          </a:p>
          <a:p>
            <a:pPr algn="ctr"/>
            <a:r>
              <a:rPr altLang="en-US" lang="zh-CN"/>
              <a:t>计算</a:t>
            </a:r>
            <a:endParaRPr altLang="en-US" lang="zh-CN"/>
          </a:p>
        </p:txBody>
      </p:sp>
      <p:cxnSp>
        <p:nvCxnSpPr>
          <p:cNvPr id="3145773" name="直接箭头连接符 14"/>
          <p:cNvCxnSpPr>
            <a:cxnSpLocks/>
            <a:stCxn id="1048662" idx="1"/>
            <a:endCxn id="1048666" idx="3"/>
          </p:cNvCxnSpPr>
          <p:nvPr/>
        </p:nvCxnSpPr>
        <p:spPr>
          <a:xfrm flipH="1">
            <a:off x="3155315" y="2240915"/>
            <a:ext cx="1798955" cy="0"/>
          </a:xfrm>
          <a:prstGeom prst="straightConnector1"/>
          <a:ln>
            <a:tailEnd type="arrow"/>
          </a:ln>
        </p:spPr>
        <p:style>
          <a:lnRef idx="2">
            <a:schemeClr val="accent1"/>
          </a:lnRef>
          <a:fillRef idx="0">
            <a:srgbClr val="FFFFFF"/>
          </a:fillRef>
          <a:effectRef idx="0">
            <a:srgbClr val="FFFFFF"/>
          </a:effectRef>
          <a:fontRef idx="minor">
            <a:schemeClr val="tx1"/>
          </a:fontRef>
        </p:style>
      </p:cxnSp>
      <p:sp>
        <p:nvSpPr>
          <p:cNvPr id="1048668" name="文本框 15"/>
          <p:cNvSpPr txBox="1"/>
          <p:nvPr/>
        </p:nvSpPr>
        <p:spPr>
          <a:xfrm>
            <a:off x="3278505" y="1885315"/>
            <a:ext cx="1044575" cy="368300"/>
          </a:xfrm>
          <a:prstGeom prst="rect"/>
          <a:noFill/>
        </p:spPr>
        <p:txBody>
          <a:bodyPr rtlCol="0" wrap="square">
            <a:spAutoFit/>
          </a:bodyPr>
          <a:p>
            <a:r>
              <a:rPr altLang="en-US" lang="zh-CN"/>
              <a:t>坐标</a:t>
            </a:r>
            <a:endParaRPr altLang="en-US" lang="zh-CN"/>
          </a:p>
        </p:txBody>
      </p:sp>
      <p:cxnSp>
        <p:nvCxnSpPr>
          <p:cNvPr id="3145774" name="直接箭头连接符 16"/>
          <p:cNvCxnSpPr>
            <a:cxnSpLocks/>
            <a:stCxn id="1048666" idx="2"/>
            <a:endCxn id="1048667" idx="0"/>
          </p:cNvCxnSpPr>
          <p:nvPr/>
        </p:nvCxnSpPr>
        <p:spPr>
          <a:xfrm>
            <a:off x="2423795" y="2482215"/>
            <a:ext cx="0" cy="464185"/>
          </a:xfrm>
          <a:prstGeom prst="straightConnector1"/>
          <a:ln>
            <a:tailEnd type="arrow"/>
          </a:ln>
        </p:spPr>
        <p:style>
          <a:lnRef idx="2">
            <a:schemeClr val="accent1"/>
          </a:lnRef>
          <a:fillRef idx="0">
            <a:srgbClr val="FFFFFF"/>
          </a:fillRef>
          <a:effectRef idx="0">
            <a:srgbClr val="FFFFFF"/>
          </a:effectRef>
          <a:fontRef idx="minor">
            <a:schemeClr val="tx1"/>
          </a:fontRef>
        </p:style>
      </p:cxnSp>
      <p:cxnSp>
        <p:nvCxnSpPr>
          <p:cNvPr id="3145775" name="肘形连接符 17"/>
          <p:cNvCxnSpPr>
            <a:cxnSpLocks/>
            <a:stCxn id="1048662" idx="2"/>
            <a:endCxn id="1048667" idx="0"/>
          </p:cNvCxnSpPr>
          <p:nvPr/>
        </p:nvCxnSpPr>
        <p:spPr>
          <a:xfrm rot="5400000">
            <a:off x="3823018" y="1082993"/>
            <a:ext cx="464185" cy="3262630"/>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sp>
        <p:nvSpPr>
          <p:cNvPr id="1048669" name="圆角矩形 18"/>
          <p:cNvSpPr/>
          <p:nvPr/>
        </p:nvSpPr>
        <p:spPr>
          <a:xfrm>
            <a:off x="6254115" y="303847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底图文件</a:t>
            </a:r>
            <a:endParaRPr altLang="en-US" lang="zh-CN"/>
          </a:p>
        </p:txBody>
      </p:sp>
      <p:sp>
        <p:nvSpPr>
          <p:cNvPr id="1048670" name="圆角矩形 20"/>
          <p:cNvSpPr/>
          <p:nvPr/>
        </p:nvSpPr>
        <p:spPr>
          <a:xfrm>
            <a:off x="1691640" y="399478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累积幅度</a:t>
            </a:r>
            <a:endParaRPr altLang="en-US" lang="zh-CN"/>
          </a:p>
          <a:p>
            <a:pPr algn="ctr"/>
            <a:r>
              <a:rPr altLang="en-US" lang="zh-CN"/>
              <a:t>空间分布图</a:t>
            </a:r>
            <a:endParaRPr altLang="en-US" lang="zh-CN"/>
          </a:p>
        </p:txBody>
      </p:sp>
      <p:cxnSp>
        <p:nvCxnSpPr>
          <p:cNvPr id="3145776" name="肘形连接符 21"/>
          <p:cNvCxnSpPr>
            <a:cxnSpLocks/>
            <a:stCxn id="1048669" idx="2"/>
            <a:endCxn id="1048670" idx="0"/>
          </p:cNvCxnSpPr>
          <p:nvPr/>
        </p:nvCxnSpPr>
        <p:spPr>
          <a:xfrm rot="5400000">
            <a:off x="4468178" y="1476693"/>
            <a:ext cx="473710" cy="4562475"/>
          </a:xfrm>
          <a:prstGeom prst="bentConnector3">
            <a:avLst>
              <a:gd name="adj1" fmla="val 49933"/>
            </a:avLst>
          </a:prstGeom>
          <a:ln>
            <a:solidFill>
              <a:schemeClr val="accent2"/>
            </a:solidFill>
            <a:tailEnd type="arrow"/>
          </a:ln>
        </p:spPr>
        <p:style>
          <a:lnRef idx="2">
            <a:schemeClr val="accent1"/>
          </a:lnRef>
          <a:fillRef idx="0">
            <a:srgbClr val="FFFFFF"/>
          </a:fillRef>
          <a:effectRef idx="0">
            <a:srgbClr val="FFFFFF"/>
          </a:effectRef>
          <a:fontRef idx="minor">
            <a:schemeClr val="tx1"/>
          </a:fontRef>
        </p:style>
      </p:cxnSp>
      <p:cxnSp>
        <p:nvCxnSpPr>
          <p:cNvPr id="3145777" name="直接箭头连接符 22"/>
          <p:cNvCxnSpPr>
            <a:cxnSpLocks/>
            <a:stCxn id="1048667" idx="2"/>
            <a:endCxn id="1048670" idx="0"/>
          </p:cNvCxnSpPr>
          <p:nvPr/>
        </p:nvCxnSpPr>
        <p:spPr>
          <a:xfrm>
            <a:off x="2423795" y="3429000"/>
            <a:ext cx="0" cy="565785"/>
          </a:xfrm>
          <a:prstGeom prst="straightConnector1"/>
          <a:ln>
            <a:tailEnd type="arrow"/>
          </a:ln>
        </p:spPr>
        <p:style>
          <a:lnRef idx="2">
            <a:schemeClr val="accent1"/>
          </a:lnRef>
          <a:fillRef idx="0">
            <a:srgbClr val="FFFFFF"/>
          </a:fillRef>
          <a:effectRef idx="0">
            <a:srgbClr val="FFFFFF"/>
          </a:effectRef>
          <a:fontRef idx="minor">
            <a:schemeClr val="tx1"/>
          </a:fontRef>
        </p:style>
      </p:cxnSp>
      <p:sp>
        <p:nvSpPr>
          <p:cNvPr id="1048671" name="圆角矩形 23"/>
          <p:cNvSpPr/>
          <p:nvPr/>
        </p:nvSpPr>
        <p:spPr>
          <a:xfrm>
            <a:off x="1691640" y="4792980"/>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累积幅度</a:t>
            </a:r>
            <a:endParaRPr altLang="en-US" lang="zh-CN"/>
          </a:p>
          <a:p>
            <a:pPr algn="ctr"/>
            <a:r>
              <a:rPr altLang="en-US" lang="zh-CN"/>
              <a:t>占比统计</a:t>
            </a:r>
            <a:endParaRPr altLang="en-US" lang="zh-CN"/>
          </a:p>
        </p:txBody>
      </p:sp>
      <p:sp>
        <p:nvSpPr>
          <p:cNvPr id="1048672" name="圆角矩形 24"/>
          <p:cNvSpPr/>
          <p:nvPr/>
        </p:nvSpPr>
        <p:spPr>
          <a:xfrm>
            <a:off x="1691640" y="559117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监测数据年际变化</a:t>
            </a:r>
            <a:endParaRPr altLang="en-US" lang="zh-CN"/>
          </a:p>
        </p:txBody>
      </p:sp>
      <p:cxnSp>
        <p:nvCxnSpPr>
          <p:cNvPr id="3145778" name="肘形连接符 25"/>
          <p:cNvCxnSpPr>
            <a:cxnSpLocks/>
            <a:stCxn id="1048667" idx="1"/>
            <a:endCxn id="1048671" idx="1"/>
          </p:cNvCxnSpPr>
          <p:nvPr/>
        </p:nvCxnSpPr>
        <p:spPr>
          <a:xfrm rot="10800000" flipH="1" flipV="1">
            <a:off x="1691640" y="3187700"/>
            <a:ext cx="3175" cy="1846580"/>
          </a:xfrm>
          <a:prstGeom prst="bentConnector3">
            <a:avLst>
              <a:gd name="adj1" fmla="val -7500000"/>
            </a:avLst>
          </a:prstGeom>
          <a:ln>
            <a:tailEnd type="arrow"/>
          </a:ln>
        </p:spPr>
        <p:style>
          <a:lnRef idx="2">
            <a:schemeClr val="accent1"/>
          </a:lnRef>
          <a:fillRef idx="0">
            <a:srgbClr val="FFFFFF"/>
          </a:fillRef>
          <a:effectRef idx="0">
            <a:srgbClr val="FFFFFF"/>
          </a:effectRef>
          <a:fontRef idx="minor">
            <a:schemeClr val="tx1"/>
          </a:fontRef>
        </p:style>
      </p:cxnSp>
      <p:cxnSp>
        <p:nvCxnSpPr>
          <p:cNvPr id="3145779" name="肘形连接符 26"/>
          <p:cNvCxnSpPr>
            <a:cxnSpLocks/>
            <a:stCxn id="1048662" idx="2"/>
            <a:endCxn id="1048672" idx="3"/>
          </p:cNvCxnSpPr>
          <p:nvPr/>
        </p:nvCxnSpPr>
        <p:spPr>
          <a:xfrm rot="5400000">
            <a:off x="2745740" y="2891790"/>
            <a:ext cx="3350260" cy="2531110"/>
          </a:xfrm>
          <a:prstGeom prst="bentConnector2"/>
          <a:ln>
            <a:tailEnd type="arrow"/>
          </a:ln>
        </p:spPr>
        <p:style>
          <a:lnRef idx="2">
            <a:schemeClr val="accent1"/>
          </a:lnRef>
          <a:fillRef idx="0">
            <a:srgbClr val="FFFFFF"/>
          </a:fillRef>
          <a:effectRef idx="0">
            <a:srgbClr val="FFFFFF"/>
          </a:effectRef>
          <a:fontRef idx="minor">
            <a:schemeClr val="tx1"/>
          </a:fontRef>
        </p:style>
      </p:cxnSp>
      <p:sp>
        <p:nvSpPr>
          <p:cNvPr id="1048673" name="文本框 27"/>
          <p:cNvSpPr txBox="1"/>
          <p:nvPr/>
        </p:nvSpPr>
        <p:spPr>
          <a:xfrm>
            <a:off x="3390900" y="5968365"/>
            <a:ext cx="2059305" cy="645160"/>
          </a:xfrm>
          <a:prstGeom prst="rect"/>
          <a:noFill/>
        </p:spPr>
        <p:txBody>
          <a:bodyPr rtlCol="0" wrap="square">
            <a:spAutoFit/>
          </a:bodyPr>
          <a:p>
            <a:r>
              <a:rPr altLang="en-US" lang="zh-CN"/>
              <a:t>第</a:t>
            </a:r>
            <a:r>
              <a:rPr altLang="zh-CN" lang="en-US"/>
              <a:t>n</a:t>
            </a:r>
            <a:r>
              <a:rPr altLang="en-US" lang="zh-CN"/>
              <a:t>年、第</a:t>
            </a:r>
            <a:r>
              <a:rPr altLang="zh-CN" lang="en-US"/>
              <a:t>n-1</a:t>
            </a:r>
            <a:r>
              <a:rPr altLang="en-US" lang="zh-CN"/>
              <a:t>年</a:t>
            </a:r>
            <a:endParaRPr altLang="en-US" lang="zh-CN"/>
          </a:p>
          <a:p>
            <a:r>
              <a:rPr altLang="en-US" lang="zh-CN"/>
              <a:t>第</a:t>
            </a:r>
            <a:r>
              <a:rPr altLang="zh-CN" lang="en-US"/>
              <a:t>n-2</a:t>
            </a:r>
            <a:r>
              <a:rPr altLang="en-US" lang="zh-CN"/>
              <a:t>年、基准年</a:t>
            </a:r>
            <a:endParaRPr altLang="en-US" lang="zh-CN"/>
          </a:p>
        </p:txBody>
      </p:sp>
      <p:sp>
        <p:nvSpPr>
          <p:cNvPr id="1048674" name="圆角矩形 28"/>
          <p:cNvSpPr/>
          <p:nvPr/>
        </p:nvSpPr>
        <p:spPr>
          <a:xfrm>
            <a:off x="3869055" y="4792980"/>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指定年份</a:t>
            </a:r>
            <a:endParaRPr altLang="en-US" lang="zh-CN"/>
          </a:p>
        </p:txBody>
      </p:sp>
      <p:cxnSp>
        <p:nvCxnSpPr>
          <p:cNvPr id="3145780" name="肘形连接符 29"/>
          <p:cNvCxnSpPr>
            <a:cxnSpLocks/>
            <a:stCxn id="1048674" idx="1"/>
            <a:endCxn id="1048672" idx="3"/>
          </p:cNvCxnSpPr>
          <p:nvPr/>
        </p:nvCxnSpPr>
        <p:spPr>
          <a:xfrm rot="10800000" flipV="1">
            <a:off x="3155315" y="5034280"/>
            <a:ext cx="713740" cy="798195"/>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cxnSp>
        <p:nvCxnSpPr>
          <p:cNvPr id="3145781" name="肘形连接符 30"/>
          <p:cNvCxnSpPr>
            <a:cxnSpLocks/>
            <a:stCxn id="1048674" idx="1"/>
            <a:endCxn id="1048667" idx="3"/>
          </p:cNvCxnSpPr>
          <p:nvPr/>
        </p:nvCxnSpPr>
        <p:spPr>
          <a:xfrm rot="10800000">
            <a:off x="3155315" y="3187700"/>
            <a:ext cx="713740" cy="1846580"/>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sp>
        <p:nvSpPr>
          <p:cNvPr id="1048675" name="圆角矩形 31"/>
          <p:cNvSpPr/>
          <p:nvPr/>
        </p:nvSpPr>
        <p:spPr>
          <a:xfrm>
            <a:off x="6139180" y="5516245"/>
            <a:ext cx="204660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监测数据均值或中位值拟合</a:t>
            </a:r>
            <a:endParaRPr altLang="en-US" lang="zh-CN"/>
          </a:p>
        </p:txBody>
      </p:sp>
      <p:cxnSp>
        <p:nvCxnSpPr>
          <p:cNvPr id="3145782" name="肘形连接符 32"/>
          <p:cNvCxnSpPr>
            <a:cxnSpLocks/>
            <a:stCxn id="1048672" idx="2"/>
            <a:endCxn id="1048675" idx="2"/>
          </p:cNvCxnSpPr>
          <p:nvPr/>
        </p:nvCxnSpPr>
        <p:spPr>
          <a:xfrm rot="5400000" flipH="1" flipV="1">
            <a:off x="4755515" y="3666490"/>
            <a:ext cx="74930" cy="4739005"/>
          </a:xfrm>
          <a:prstGeom prst="bentConnector3">
            <a:avLst>
              <a:gd name="adj1" fmla="val -851271"/>
            </a:avLst>
          </a:prstGeom>
          <a:ln>
            <a:tailEnd type="arrow"/>
          </a:ln>
        </p:spPr>
        <p:style>
          <a:lnRef idx="2">
            <a:schemeClr val="accent1"/>
          </a:lnRef>
          <a:fillRef idx="0">
            <a:srgbClr val="FFFFFF"/>
          </a:fillRef>
          <a:effectRef idx="0">
            <a:srgbClr val="FFFFFF"/>
          </a:effectRef>
          <a:fontRef idx="minor">
            <a:schemeClr val="tx1"/>
          </a:fontRef>
        </p:style>
      </p:cxnSp>
      <p:sp>
        <p:nvSpPr>
          <p:cNvPr id="1048676" name="上箭头 33"/>
          <p:cNvSpPr/>
          <p:nvPr/>
        </p:nvSpPr>
        <p:spPr>
          <a:xfrm>
            <a:off x="4128770" y="5923915"/>
            <a:ext cx="199390" cy="137795"/>
          </a:xfrm>
          <a:prstGeom prst="upArrow"/>
        </p:spPr>
        <p:style>
          <a:lnRef idx="2">
            <a:schemeClr val="accent1">
              <a:lumMod val="75000"/>
            </a:schemeClr>
          </a:lnRef>
          <a:fillRef idx="1">
            <a:schemeClr val="accent1"/>
          </a:fillRef>
          <a:effectRef idx="0">
            <a:srgbClr val="FFFFFF"/>
          </a:effectRef>
          <a:fontRef idx="minor">
            <a:schemeClr val="lt1"/>
          </a:fontRef>
        </p:style>
        <p:txBody>
          <a:bodyPr anchor="ctr" rtlCol="0"/>
          <a:p>
            <a:pPr algn="ctr"/>
            <a:endParaRPr altLang="en-US" lang="zh-CN"/>
          </a:p>
        </p:txBody>
      </p:sp>
      <p:sp>
        <p:nvSpPr>
          <p:cNvPr id="1048677" name="上箭头 34"/>
          <p:cNvSpPr/>
          <p:nvPr/>
        </p:nvSpPr>
        <p:spPr>
          <a:xfrm flipV="1">
            <a:off x="4123690" y="6537325"/>
            <a:ext cx="199390" cy="137795"/>
          </a:xfrm>
          <a:prstGeom prst="upArrow"/>
        </p:spPr>
        <p:style>
          <a:lnRef idx="2">
            <a:schemeClr val="accent1">
              <a:lumMod val="75000"/>
            </a:schemeClr>
          </a:lnRef>
          <a:fillRef idx="1">
            <a:schemeClr val="accent1"/>
          </a:fillRef>
          <a:effectRef idx="0">
            <a:srgbClr val="FFFFFF"/>
          </a:effectRef>
          <a:fontRef idx="minor">
            <a:schemeClr val="lt1"/>
          </a:fontRef>
        </p:style>
        <p:txBody>
          <a:bodyPr anchor="ctr" rtlCol="0"/>
          <a:p>
            <a:pPr algn="ctr"/>
            <a:endParaRPr altLang="en-US" lang="zh-CN"/>
          </a:p>
        </p:txBody>
      </p:sp>
      <p:sp>
        <p:nvSpPr>
          <p:cNvPr id="1048678" name="圆角矩形 35"/>
          <p:cNvSpPr/>
          <p:nvPr/>
        </p:nvSpPr>
        <p:spPr>
          <a:xfrm>
            <a:off x="8755380" y="281368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各栅格年均累积速率</a:t>
            </a:r>
            <a:endParaRPr altLang="en-US" lang="zh-CN"/>
          </a:p>
        </p:txBody>
      </p:sp>
      <p:sp>
        <p:nvSpPr>
          <p:cNvPr id="1048679" name="圆角矩形 36"/>
          <p:cNvSpPr/>
          <p:nvPr/>
        </p:nvSpPr>
        <p:spPr>
          <a:xfrm>
            <a:off x="6851015" y="199961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空间插值</a:t>
            </a:r>
            <a:endParaRPr altLang="en-US" lang="zh-CN"/>
          </a:p>
        </p:txBody>
      </p:sp>
      <p:sp>
        <p:nvSpPr>
          <p:cNvPr id="1048680" name="圆角矩形 37"/>
          <p:cNvSpPr/>
          <p:nvPr/>
        </p:nvSpPr>
        <p:spPr>
          <a:xfrm>
            <a:off x="8755380" y="362775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区域年均</a:t>
            </a:r>
            <a:endParaRPr altLang="en-US" lang="zh-CN"/>
          </a:p>
          <a:p>
            <a:pPr algn="ctr"/>
            <a:r>
              <a:rPr altLang="en-US" lang="zh-CN"/>
              <a:t>累积速率</a:t>
            </a:r>
            <a:endParaRPr altLang="en-US" lang="zh-CN"/>
          </a:p>
        </p:txBody>
      </p:sp>
      <p:sp>
        <p:nvSpPr>
          <p:cNvPr id="1048681" name="圆角矩形 38"/>
          <p:cNvSpPr/>
          <p:nvPr/>
        </p:nvSpPr>
        <p:spPr>
          <a:xfrm>
            <a:off x="8755380" y="199961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栅格化</a:t>
            </a:r>
            <a:endParaRPr altLang="en-US" lang="zh-CN"/>
          </a:p>
        </p:txBody>
      </p:sp>
      <p:sp>
        <p:nvSpPr>
          <p:cNvPr id="1048682" name="圆角矩形 39"/>
          <p:cNvSpPr/>
          <p:nvPr/>
        </p:nvSpPr>
        <p:spPr>
          <a:xfrm>
            <a:off x="10664825" y="281368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风险区</a:t>
            </a:r>
            <a:endParaRPr altLang="en-US" lang="zh-CN"/>
          </a:p>
        </p:txBody>
      </p:sp>
      <p:sp>
        <p:nvSpPr>
          <p:cNvPr id="1048683" name="圆角矩形 40"/>
          <p:cNvSpPr/>
          <p:nvPr/>
        </p:nvSpPr>
        <p:spPr>
          <a:xfrm>
            <a:off x="10664825" y="362775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风险区面积占比</a:t>
            </a:r>
            <a:endParaRPr altLang="en-US" lang="zh-CN"/>
          </a:p>
        </p:txBody>
      </p:sp>
      <p:sp>
        <p:nvSpPr>
          <p:cNvPr id="1048684" name="圆角矩形 41"/>
          <p:cNvSpPr/>
          <p:nvPr/>
        </p:nvSpPr>
        <p:spPr>
          <a:xfrm>
            <a:off x="10664825" y="4615180"/>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风险区面积占比变化</a:t>
            </a:r>
            <a:endParaRPr altLang="en-US" lang="zh-CN"/>
          </a:p>
        </p:txBody>
      </p:sp>
      <p:sp>
        <p:nvSpPr>
          <p:cNvPr id="1048685" name="圆角矩形 42"/>
          <p:cNvSpPr/>
          <p:nvPr/>
        </p:nvSpPr>
        <p:spPr>
          <a:xfrm>
            <a:off x="8755380" y="4615180"/>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累积趋势</a:t>
            </a:r>
            <a:endParaRPr altLang="en-US" lang="zh-CN"/>
          </a:p>
          <a:p>
            <a:pPr algn="ctr"/>
            <a:r>
              <a:rPr altLang="en-US" lang="zh-CN"/>
              <a:t>拟合</a:t>
            </a:r>
            <a:endParaRPr altLang="en-US" lang="zh-CN"/>
          </a:p>
        </p:txBody>
      </p:sp>
      <p:cxnSp>
        <p:nvCxnSpPr>
          <p:cNvPr id="3145783" name="直接箭头连接符 43"/>
          <p:cNvCxnSpPr>
            <a:cxnSpLocks/>
            <a:stCxn id="1048662" idx="3"/>
            <a:endCxn id="1048679" idx="1"/>
          </p:cNvCxnSpPr>
          <p:nvPr/>
        </p:nvCxnSpPr>
        <p:spPr>
          <a:xfrm>
            <a:off x="6417945" y="2240915"/>
            <a:ext cx="433070" cy="0"/>
          </a:xfrm>
          <a:prstGeom prst="straightConnector1"/>
          <a:ln>
            <a:tailEnd type="arrow"/>
          </a:ln>
        </p:spPr>
        <p:style>
          <a:lnRef idx="2">
            <a:schemeClr val="accent1"/>
          </a:lnRef>
          <a:fillRef idx="0">
            <a:srgbClr val="FFFFFF"/>
          </a:fillRef>
          <a:effectRef idx="0">
            <a:srgbClr val="FFFFFF"/>
          </a:effectRef>
          <a:fontRef idx="minor">
            <a:schemeClr val="tx1"/>
          </a:fontRef>
        </p:style>
      </p:cxnSp>
      <p:cxnSp>
        <p:nvCxnSpPr>
          <p:cNvPr id="3145784" name="肘形连接符 44"/>
          <p:cNvCxnSpPr>
            <a:cxnSpLocks/>
            <a:stCxn id="1048669" idx="0"/>
            <a:endCxn id="1048679" idx="2"/>
          </p:cNvCxnSpPr>
          <p:nvPr/>
        </p:nvCxnSpPr>
        <p:spPr>
          <a:xfrm rot="16200000">
            <a:off x="7006590" y="2461895"/>
            <a:ext cx="556260" cy="596900"/>
          </a:xfrm>
          <a:prstGeom prst="bentConnector3">
            <a:avLst>
              <a:gd name="adj1" fmla="val 50000"/>
            </a:avLst>
          </a:prstGeom>
          <a:ln>
            <a:solidFill>
              <a:schemeClr val="accent2"/>
            </a:solidFill>
            <a:tailEnd type="arrow"/>
          </a:ln>
        </p:spPr>
        <p:style>
          <a:lnRef idx="2">
            <a:schemeClr val="accent1"/>
          </a:lnRef>
          <a:fillRef idx="0">
            <a:srgbClr val="FFFFFF"/>
          </a:fillRef>
          <a:effectRef idx="0">
            <a:srgbClr val="FFFFFF"/>
          </a:effectRef>
          <a:fontRef idx="minor">
            <a:schemeClr val="tx1"/>
          </a:fontRef>
        </p:style>
      </p:cxnSp>
      <p:cxnSp>
        <p:nvCxnSpPr>
          <p:cNvPr id="3145785" name="直接箭头连接符 45"/>
          <p:cNvCxnSpPr>
            <a:cxnSpLocks/>
            <a:stCxn id="1048679" idx="3"/>
            <a:endCxn id="1048681" idx="1"/>
          </p:cNvCxnSpPr>
          <p:nvPr/>
        </p:nvCxnSpPr>
        <p:spPr>
          <a:xfrm>
            <a:off x="8314690" y="2240915"/>
            <a:ext cx="440690" cy="0"/>
          </a:xfrm>
          <a:prstGeom prst="straightConnector1"/>
          <a:ln>
            <a:tailEnd type="arrow"/>
          </a:ln>
        </p:spPr>
        <p:style>
          <a:lnRef idx="2">
            <a:schemeClr val="accent1"/>
          </a:lnRef>
          <a:fillRef idx="0">
            <a:srgbClr val="FFFFFF"/>
          </a:fillRef>
          <a:effectRef idx="0">
            <a:srgbClr val="FFFFFF"/>
          </a:effectRef>
          <a:fontRef idx="minor">
            <a:schemeClr val="tx1"/>
          </a:fontRef>
        </p:style>
      </p:cxnSp>
      <p:cxnSp>
        <p:nvCxnSpPr>
          <p:cNvPr id="3145786" name="直接箭头连接符 47"/>
          <p:cNvCxnSpPr>
            <a:cxnSpLocks/>
            <a:stCxn id="1048681" idx="2"/>
            <a:endCxn id="1048678" idx="0"/>
          </p:cNvCxnSpPr>
          <p:nvPr/>
        </p:nvCxnSpPr>
        <p:spPr>
          <a:xfrm>
            <a:off x="9487535" y="2482215"/>
            <a:ext cx="0" cy="331470"/>
          </a:xfrm>
          <a:prstGeom prst="straightConnector1"/>
          <a:ln>
            <a:tailEnd type="arrow"/>
          </a:ln>
        </p:spPr>
        <p:style>
          <a:lnRef idx="2">
            <a:schemeClr val="accent1"/>
          </a:lnRef>
          <a:fillRef idx="0">
            <a:srgbClr val="FFFFFF"/>
          </a:fillRef>
          <a:effectRef idx="0">
            <a:srgbClr val="FFFFFF"/>
          </a:effectRef>
          <a:fontRef idx="minor">
            <a:schemeClr val="tx1"/>
          </a:fontRef>
        </p:style>
      </p:cxnSp>
      <p:cxnSp>
        <p:nvCxnSpPr>
          <p:cNvPr id="3145787" name="直接箭头连接符 48"/>
          <p:cNvCxnSpPr>
            <a:cxnSpLocks/>
            <a:stCxn id="1048678" idx="2"/>
            <a:endCxn id="1048680" idx="0"/>
          </p:cNvCxnSpPr>
          <p:nvPr/>
        </p:nvCxnSpPr>
        <p:spPr>
          <a:xfrm>
            <a:off x="9487535" y="3296285"/>
            <a:ext cx="0" cy="331470"/>
          </a:xfrm>
          <a:prstGeom prst="straightConnector1"/>
          <a:ln>
            <a:tailEnd type="arrow"/>
          </a:ln>
        </p:spPr>
        <p:style>
          <a:lnRef idx="2">
            <a:schemeClr val="accent1"/>
          </a:lnRef>
          <a:fillRef idx="0">
            <a:srgbClr val="FFFFFF"/>
          </a:fillRef>
          <a:effectRef idx="0">
            <a:srgbClr val="FFFFFF"/>
          </a:effectRef>
          <a:fontRef idx="minor">
            <a:schemeClr val="tx1"/>
          </a:fontRef>
        </p:style>
      </p:cxnSp>
      <p:cxnSp>
        <p:nvCxnSpPr>
          <p:cNvPr id="3145788" name="直接箭头连接符 49"/>
          <p:cNvCxnSpPr>
            <a:cxnSpLocks/>
            <a:stCxn id="1048680" idx="2"/>
            <a:endCxn id="1048685" idx="0"/>
          </p:cNvCxnSpPr>
          <p:nvPr/>
        </p:nvCxnSpPr>
        <p:spPr>
          <a:xfrm>
            <a:off x="9487535" y="4110355"/>
            <a:ext cx="0" cy="504825"/>
          </a:xfrm>
          <a:prstGeom prst="straightConnector1"/>
          <a:ln>
            <a:tailEnd type="arrow"/>
          </a:ln>
        </p:spPr>
        <p:style>
          <a:lnRef idx="2">
            <a:schemeClr val="accent1"/>
          </a:lnRef>
          <a:fillRef idx="0">
            <a:srgbClr val="FFFFFF"/>
          </a:fillRef>
          <a:effectRef idx="0">
            <a:srgbClr val="FFFFFF"/>
          </a:effectRef>
          <a:fontRef idx="minor">
            <a:schemeClr val="tx1"/>
          </a:fontRef>
        </p:style>
      </p:cxnSp>
      <p:cxnSp>
        <p:nvCxnSpPr>
          <p:cNvPr id="3145789" name="直接箭头连接符 50"/>
          <p:cNvCxnSpPr>
            <a:cxnSpLocks/>
            <a:stCxn id="1048682" idx="2"/>
            <a:endCxn id="1048683" idx="0"/>
          </p:cNvCxnSpPr>
          <p:nvPr/>
        </p:nvCxnSpPr>
        <p:spPr>
          <a:xfrm>
            <a:off x="11396980" y="3296285"/>
            <a:ext cx="0" cy="331470"/>
          </a:xfrm>
          <a:prstGeom prst="straightConnector1"/>
          <a:ln>
            <a:tailEnd type="arrow"/>
          </a:ln>
        </p:spPr>
        <p:style>
          <a:lnRef idx="2">
            <a:schemeClr val="accent1"/>
          </a:lnRef>
          <a:fillRef idx="0">
            <a:srgbClr val="FFFFFF"/>
          </a:fillRef>
          <a:effectRef idx="0">
            <a:srgbClr val="FFFFFF"/>
          </a:effectRef>
          <a:fontRef idx="minor">
            <a:schemeClr val="tx1"/>
          </a:fontRef>
        </p:style>
      </p:cxnSp>
      <p:cxnSp>
        <p:nvCxnSpPr>
          <p:cNvPr id="3145790" name="直接箭头连接符 51"/>
          <p:cNvCxnSpPr>
            <a:cxnSpLocks/>
            <a:stCxn id="1048683" idx="2"/>
            <a:endCxn id="1048684" idx="0"/>
          </p:cNvCxnSpPr>
          <p:nvPr/>
        </p:nvCxnSpPr>
        <p:spPr>
          <a:xfrm>
            <a:off x="11396980" y="4110355"/>
            <a:ext cx="0" cy="504825"/>
          </a:xfrm>
          <a:prstGeom prst="straightConnector1"/>
          <a:ln>
            <a:tailEnd type="arrow"/>
          </a:ln>
        </p:spPr>
        <p:style>
          <a:lnRef idx="2">
            <a:schemeClr val="accent1"/>
          </a:lnRef>
          <a:fillRef idx="0">
            <a:srgbClr val="FFFFFF"/>
          </a:fillRef>
          <a:effectRef idx="0">
            <a:srgbClr val="FFFFFF"/>
          </a:effectRef>
          <a:fontRef idx="minor">
            <a:schemeClr val="tx1"/>
          </a:fontRef>
        </p:style>
      </p:cxnSp>
      <p:cxnSp>
        <p:nvCxnSpPr>
          <p:cNvPr id="3145791" name="直接箭头连接符 52"/>
          <p:cNvCxnSpPr>
            <a:cxnSpLocks/>
            <a:stCxn id="1048678" idx="3"/>
            <a:endCxn id="1048682" idx="1"/>
          </p:cNvCxnSpPr>
          <p:nvPr/>
        </p:nvCxnSpPr>
        <p:spPr>
          <a:xfrm>
            <a:off x="10219055" y="3054985"/>
            <a:ext cx="445770" cy="0"/>
          </a:xfrm>
          <a:prstGeom prst="straightConnector1"/>
          <a:ln>
            <a:tailEnd type="arrow"/>
          </a:ln>
        </p:spPr>
        <p:style>
          <a:lnRef idx="2">
            <a:schemeClr val="accent1"/>
          </a:lnRef>
          <a:fillRef idx="0">
            <a:srgbClr val="FFFFFF"/>
          </a:fillRef>
          <a:effectRef idx="0">
            <a:srgbClr val="FFFFFF"/>
          </a:effectRef>
          <a:fontRef idx="minor">
            <a:schemeClr val="tx1"/>
          </a:fontRef>
        </p:style>
      </p:cxnSp>
      <p:sp>
        <p:nvSpPr>
          <p:cNvPr id="1048686" name="圆角矩形 54"/>
          <p:cNvSpPr/>
          <p:nvPr/>
        </p:nvSpPr>
        <p:spPr>
          <a:xfrm>
            <a:off x="9756140" y="551624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预测年限</a:t>
            </a:r>
            <a:endParaRPr altLang="en-US" lang="zh-CN"/>
          </a:p>
        </p:txBody>
      </p:sp>
      <p:cxnSp>
        <p:nvCxnSpPr>
          <p:cNvPr id="3145792" name="肘形连接符 55"/>
          <p:cNvCxnSpPr>
            <a:cxnSpLocks/>
            <a:stCxn id="1048686" idx="0"/>
            <a:endCxn id="1048685" idx="2"/>
          </p:cNvCxnSpPr>
          <p:nvPr/>
        </p:nvCxnSpPr>
        <p:spPr>
          <a:xfrm rot="16200000" flipV="1">
            <a:off x="9778683" y="4806633"/>
            <a:ext cx="418465" cy="1000760"/>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cxnSp>
        <p:nvCxnSpPr>
          <p:cNvPr id="3145793" name="肘形连接符 56"/>
          <p:cNvCxnSpPr>
            <a:cxnSpLocks/>
            <a:stCxn id="1048686" idx="0"/>
            <a:endCxn id="1048684" idx="2"/>
          </p:cNvCxnSpPr>
          <p:nvPr/>
        </p:nvCxnSpPr>
        <p:spPr>
          <a:xfrm rot="16200000">
            <a:off x="10732770" y="4852670"/>
            <a:ext cx="418465" cy="908685"/>
          </a:xfrm>
          <a:prstGeom prst="bentConnector3">
            <a:avLst>
              <a:gd name="adj1" fmla="val 49924"/>
            </a:avLst>
          </a:prstGeom>
          <a:ln>
            <a:tailEnd type="arrow"/>
          </a:ln>
        </p:spPr>
        <p:style>
          <a:lnRef idx="2">
            <a:schemeClr val="accent1"/>
          </a:lnRef>
          <a:fillRef idx="0">
            <a:srgbClr val="FFFFFF"/>
          </a:fillRef>
          <a:effectRef idx="0">
            <a:srgbClr val="FFFFFF"/>
          </a:effectRef>
          <a:fontRef idx="minor">
            <a:schemeClr val="tx1"/>
          </a:fontRef>
        </p:style>
      </p:cxnSp>
      <p:sp>
        <p:nvSpPr>
          <p:cNvPr id="1048687" name="文本框 57"/>
          <p:cNvSpPr txBox="1"/>
          <p:nvPr/>
        </p:nvSpPr>
        <p:spPr>
          <a:xfrm>
            <a:off x="9519920" y="6073775"/>
            <a:ext cx="1996440" cy="645160"/>
          </a:xfrm>
          <a:prstGeom prst="rect"/>
          <a:noFill/>
        </p:spPr>
        <p:txBody>
          <a:bodyPr rtlCol="0" wrap="square">
            <a:spAutoFit/>
          </a:bodyPr>
          <a:p>
            <a:r>
              <a:rPr altLang="en-US" lang="zh-CN"/>
              <a:t>下拉列表，</a:t>
            </a:r>
            <a:r>
              <a:rPr altLang="zh-CN" lang="en-US"/>
              <a:t>5-50</a:t>
            </a:r>
            <a:r>
              <a:rPr altLang="en-US" lang="zh-CN"/>
              <a:t>年，</a:t>
            </a:r>
            <a:r>
              <a:rPr altLang="zh-CN" lang="en-US"/>
              <a:t>5</a:t>
            </a:r>
            <a:r>
              <a:rPr altLang="en-US" lang="zh-CN"/>
              <a:t>年一个间隔</a:t>
            </a:r>
            <a:endParaRPr altLang="en-US" lang="zh-CN"/>
          </a:p>
        </p:txBody>
      </p:sp>
      <p:cxnSp>
        <p:nvCxnSpPr>
          <p:cNvPr id="3145794" name="肘形连接符 58"/>
          <p:cNvCxnSpPr>
            <a:cxnSpLocks/>
            <a:stCxn id="1048666" idx="1"/>
            <a:endCxn id="1048678" idx="3"/>
          </p:cNvCxnSpPr>
          <p:nvPr/>
        </p:nvCxnSpPr>
        <p:spPr>
          <a:xfrm rot="10800000" flipH="1" flipV="1">
            <a:off x="1691640" y="2240915"/>
            <a:ext cx="8527415" cy="814070"/>
          </a:xfrm>
          <a:prstGeom prst="bentConnector5">
            <a:avLst>
              <a:gd name="adj1" fmla="val -18817"/>
              <a:gd name="adj2" fmla="val -266926"/>
              <a:gd name="adj3" fmla="val 102792"/>
            </a:avLst>
          </a:prstGeom>
          <a:ln>
            <a:solidFill>
              <a:schemeClr val="accent2"/>
            </a:solidFill>
            <a:tailEnd type="arrow"/>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mc:Choice xmlns:p14="http://schemas.microsoft.com/office/powerpoint/2010/main" Requires="p14">
          <p:contentPart p14:bwMode="auto" r:id="rId1">
            <p14:nvContentPartPr>
              <p14:cNvPr id="1048815" name=""/>
              <p14:cNvContentPartPr/>
              <p14:nvPr/>
            </p14:nvContentPartPr>
            <p14:xfrm>
              <a:off x="9992337" y="353335"/>
              <a:ext cx="1706742" cy="839437"/>
            </p14:xfrm>
          </p:contentPart>
        </mc:Choice>
        <mc:Fallback>
          <p:sp>
            <p:nvSpPr>
              <p:cNvPr id="1048815" name=""/>
              <p:cNvSpPr/>
              <p:nvPr/>
            </p:nvSpPr>
            <p:spPr>
              <a:xfrm>
                <a:off x="9992337" y="353335"/>
                <a:ext cx="1706742" cy="839437"/>
              </a:xfrm>
            </p:spPr>
          </p:sp>
        </mc:Fallback>
      </mc:AlternateContent>
      <mc:AlternateContent xmlns:mc="http://schemas.openxmlformats.org/markup-compatibility/2006">
        <mc:Choice xmlns:p14="http://schemas.microsoft.com/office/powerpoint/2010/main" Requires="p14">
          <p:contentPart p14:bwMode="auto" r:id="rId2">
            <p14:nvContentPartPr>
              <p14:cNvPr id="1048816" name=""/>
              <p14:cNvContentPartPr/>
              <p14:nvPr/>
            </p14:nvContentPartPr>
            <p14:xfrm>
              <a:off x="9215482" y="7812173"/>
              <a:ext cx="1845389" cy="268676"/>
            </p14:xfrm>
          </p:contentPart>
        </mc:Choice>
        <mc:Fallback>
          <p:sp>
            <p:nvSpPr>
              <p:cNvPr id="1048816" name=""/>
              <p:cNvSpPr/>
              <p:nvPr/>
            </p:nvSpPr>
            <p:spPr>
              <a:xfrm>
                <a:off x="9215482" y="7812173"/>
                <a:ext cx="1845389" cy="268676"/>
              </a:xfrm>
            </p:spPr>
          </p:sp>
        </mc:Fallback>
      </mc:AlternateContent>
      <mc:AlternateContent xmlns:mc="http://schemas.openxmlformats.org/markup-compatibility/2006">
        <mc:Choice xmlns:p14="http://schemas.microsoft.com/office/powerpoint/2010/main" Requires="p14">
          <p:contentPart p14:bwMode="auto" r:id="rId3">
            <p14:nvContentPartPr>
              <p14:cNvPr id="1048818" name=""/>
              <p14:cNvContentPartPr/>
              <p14:nvPr/>
            </p14:nvContentPartPr>
            <p14:xfrm>
              <a:off x="9140278" y="1098408"/>
              <a:ext cx="1797762" cy="849669"/>
            </p14:xfrm>
          </p:contentPart>
        </mc:Choice>
        <mc:Fallback>
          <p:sp>
            <p:nvSpPr>
              <p:cNvPr id="1048818" name=""/>
              <p:cNvSpPr/>
              <p:nvPr/>
            </p:nvSpPr>
            <p:spPr>
              <a:xfrm>
                <a:off x="9140278" y="1098408"/>
                <a:ext cx="1797762" cy="849669"/>
              </a:xfrm>
            </p:spPr>
          </p:sp>
        </mc:Fallback>
      </mc:AlternateContent>
      <mc:AlternateContent xmlns:mc="http://schemas.openxmlformats.org/markup-compatibility/2006">
        <mc:Choice xmlns:p14="http://schemas.microsoft.com/office/powerpoint/2010/main" Requires="p14">
          <p:contentPart p14:bwMode="auto" r:id="rId4">
            <p14:nvContentPartPr>
              <p14:cNvPr id="1048819" name=""/>
              <p14:cNvContentPartPr/>
              <p14:nvPr/>
            </p14:nvContentPartPr>
            <p14:xfrm>
              <a:off x="9754055" y="1006130"/>
              <a:ext cx="1299327" cy="1214535"/>
            </p14:xfrm>
          </p:contentPart>
        </mc:Choice>
        <mc:Fallback>
          <p:sp>
            <p:nvSpPr>
              <p:cNvPr id="1048819" name=""/>
              <p:cNvSpPr/>
              <p:nvPr/>
            </p:nvSpPr>
            <p:spPr>
              <a:xfrm>
                <a:off x="9754055" y="1006130"/>
                <a:ext cx="1299327" cy="1214535"/>
              </a:xfrm>
            </p:spPr>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32" name=""/>
        <p:cNvGrpSpPr/>
        <p:nvPr/>
      </p:nvGrpSpPr>
      <p:grpSpPr>
        <a:xfrm/>
      </p:grpSpPr>
      <p:sp>
        <p:nvSpPr>
          <p:cNvPr id="1048688" name="矩形 17"/>
          <p:cNvSpPr/>
          <p:nvPr/>
        </p:nvSpPr>
        <p:spPr>
          <a:xfrm>
            <a:off x="6239510" y="1606550"/>
            <a:ext cx="5433060" cy="5150485"/>
          </a:xfrm>
          <a:prstGeom prst="rect"/>
          <a:solidFill>
            <a:schemeClr val="bg1">
              <a:lumMod val="95000"/>
            </a:schemeClr>
          </a:solidFill>
          <a:ln w="38100">
            <a:solidFill>
              <a:schemeClr val="bg1">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anchor="ctr" rtlCol="0"/>
          <a:p>
            <a:pPr algn="ctr"/>
            <a:endParaRPr altLang="en-US" lang="zh-CN"/>
          </a:p>
        </p:txBody>
      </p:sp>
      <p:sp>
        <p:nvSpPr>
          <p:cNvPr id="1048689" name="矩形 19"/>
          <p:cNvSpPr/>
          <p:nvPr/>
        </p:nvSpPr>
        <p:spPr>
          <a:xfrm>
            <a:off x="944245" y="1590040"/>
            <a:ext cx="5153025" cy="5150485"/>
          </a:xfrm>
          <a:prstGeom prst="rect"/>
          <a:solidFill>
            <a:schemeClr val="bg1">
              <a:lumMod val="95000"/>
            </a:schemeClr>
          </a:solidFill>
          <a:ln w="38100">
            <a:solidFill>
              <a:schemeClr val="bg1">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anchor="ctr" rtlCol="0"/>
          <a:p>
            <a:pPr algn="ctr"/>
            <a:endParaRPr altLang="en-US" lang="zh-CN"/>
          </a:p>
        </p:txBody>
      </p:sp>
      <p:sp>
        <p:nvSpPr>
          <p:cNvPr id="1048690" name="文本框 3"/>
          <p:cNvSpPr txBox="1"/>
          <p:nvPr/>
        </p:nvSpPr>
        <p:spPr>
          <a:xfrm>
            <a:off x="678180" y="358140"/>
            <a:ext cx="6122035" cy="460375"/>
          </a:xfrm>
          <a:prstGeom prst="rect"/>
          <a:noFill/>
        </p:spPr>
        <p:txBody>
          <a:bodyPr rtlCol="0" wrap="square">
            <a:spAutoFit/>
          </a:bodyPr>
          <a:p>
            <a:r>
              <a:rPr altLang="en-US" b="1" sz="2400" lang="zh-CN">
                <a:sym typeface="+mn-ea"/>
              </a:rPr>
              <a:t>土壤重金属活化主因及安全阈值测算</a:t>
            </a:r>
            <a:endParaRPr altLang="en-US" b="1" sz="2400" lang="zh-CN"/>
          </a:p>
        </p:txBody>
      </p:sp>
      <p:pic>
        <p:nvPicPr>
          <p:cNvPr id="2097182" name="Label9"/>
          <p:cNvPicPr>
            <a:picLocks/>
          </p:cNvPicPr>
          <p:nvPr/>
        </p:nvPicPr>
        <p:blipFill>
          <a:blip xmlns:r="http://schemas.openxmlformats.org/officeDocument/2006/relationships" r:embed="rId1"/>
          <a:stretch>
            <a:fillRect/>
          </a:stretch>
        </p:blipFill>
        <p:spPr>
          <a:xfrm>
            <a:off x="943610" y="1097915"/>
            <a:ext cx="7440295" cy="381000"/>
          </a:xfrm>
          <a:prstGeom prst="rect"/>
        </p:spPr>
      </p:pic>
      <p:pic>
        <p:nvPicPr>
          <p:cNvPr id="2097183" name="CommandButton14"/>
          <p:cNvPicPr>
            <a:picLocks/>
          </p:cNvPicPr>
          <p:nvPr/>
        </p:nvPicPr>
        <p:blipFill>
          <a:blip xmlns:r="http://schemas.openxmlformats.org/officeDocument/2006/relationships" r:embed="rId2"/>
          <a:stretch>
            <a:fillRect/>
          </a:stretch>
        </p:blipFill>
        <p:spPr>
          <a:xfrm>
            <a:off x="8975090" y="1087120"/>
            <a:ext cx="1524000" cy="391795"/>
          </a:xfrm>
          <a:prstGeom prst="rect"/>
        </p:spPr>
      </p:pic>
      <p:pic>
        <p:nvPicPr>
          <p:cNvPr id="2097184" name="ComboBox2"/>
          <p:cNvPicPr>
            <a:picLocks/>
          </p:cNvPicPr>
          <p:nvPr/>
        </p:nvPicPr>
        <p:blipFill>
          <a:blip xmlns:r="http://schemas.openxmlformats.org/officeDocument/2006/relationships" r:embed="rId3"/>
          <a:stretch>
            <a:fillRect/>
          </a:stretch>
        </p:blipFill>
        <p:spPr>
          <a:xfrm>
            <a:off x="1035685" y="2160905"/>
            <a:ext cx="2806065" cy="381000"/>
          </a:xfrm>
          <a:prstGeom prst="rect"/>
        </p:spPr>
      </p:pic>
      <p:pic>
        <p:nvPicPr>
          <p:cNvPr id="2097185" name="CommandButton12"/>
          <p:cNvPicPr>
            <a:picLocks/>
          </p:cNvPicPr>
          <p:nvPr/>
        </p:nvPicPr>
        <p:blipFill>
          <a:blip xmlns:r="http://schemas.openxmlformats.org/officeDocument/2006/relationships" r:embed="rId4"/>
          <a:stretch>
            <a:fillRect/>
          </a:stretch>
        </p:blipFill>
        <p:spPr>
          <a:xfrm>
            <a:off x="4010025" y="2160905"/>
            <a:ext cx="1524000" cy="377190"/>
          </a:xfrm>
          <a:prstGeom prst="rect"/>
        </p:spPr>
      </p:pic>
      <p:sp>
        <p:nvSpPr>
          <p:cNvPr id="1048691" name="矩形 15"/>
          <p:cNvSpPr/>
          <p:nvPr/>
        </p:nvSpPr>
        <p:spPr>
          <a:xfrm>
            <a:off x="944245" y="1589405"/>
            <a:ext cx="1856105" cy="436880"/>
          </a:xfrm>
          <a:prstGeom prst="rect"/>
          <a:solidFill>
            <a:schemeClr val="bg1">
              <a:lumMod val="75000"/>
            </a:schemeClr>
          </a:solidFill>
          <a:ln>
            <a:noFill/>
          </a:ln>
          <a:effectLst>
            <a:outerShdw algn="tl" blurRad="50800" dir="2700000" dist="38100"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b="1" lang="zh-CN">
                <a:solidFill>
                  <a:schemeClr val="tx1"/>
                </a:solidFill>
              </a:rPr>
              <a:t>归一化模型</a:t>
            </a:r>
            <a:endParaRPr altLang="en-US" b="1" lang="zh-CN">
              <a:solidFill>
                <a:schemeClr val="tx1"/>
              </a:solidFill>
            </a:endParaRPr>
          </a:p>
        </p:txBody>
      </p:sp>
      <p:pic>
        <p:nvPicPr>
          <p:cNvPr id="2097186" name="图片 24"/>
          <p:cNvPicPr>
            <a:picLocks noChangeAspect="1"/>
          </p:cNvPicPr>
          <p:nvPr/>
        </p:nvPicPr>
        <p:blipFill>
          <a:blip xmlns:r="http://schemas.openxmlformats.org/officeDocument/2006/relationships" r:embed="rId5"/>
          <a:stretch>
            <a:fillRect/>
          </a:stretch>
        </p:blipFill>
        <p:spPr>
          <a:xfrm>
            <a:off x="1035685" y="2783205"/>
            <a:ext cx="4888865" cy="1687830"/>
          </a:xfrm>
          <a:prstGeom prst="rect"/>
        </p:spPr>
      </p:pic>
      <p:sp>
        <p:nvSpPr>
          <p:cNvPr id="1048692" name="文本框 4"/>
          <p:cNvSpPr txBox="1"/>
          <p:nvPr/>
        </p:nvSpPr>
        <p:spPr>
          <a:xfrm>
            <a:off x="1443355" y="4330065"/>
            <a:ext cx="3946525" cy="368300"/>
          </a:xfrm>
          <a:prstGeom prst="rect"/>
          <a:noFill/>
        </p:spPr>
        <p:txBody>
          <a:bodyPr rtlCol="0" wrap="square">
            <a:spAutoFit/>
          </a:bodyPr>
          <a:p>
            <a:pPr algn="ctr"/>
            <a:r>
              <a:rPr altLang="en-US" lang="zh-CN"/>
              <a:t>训练集和测试集拟合效果</a:t>
            </a:r>
            <a:endParaRPr altLang="en-US" lang="zh-CN"/>
          </a:p>
        </p:txBody>
      </p:sp>
      <p:pic>
        <p:nvPicPr>
          <p:cNvPr id="2097187" name="图片 10"/>
          <p:cNvPicPr>
            <a:picLocks noChangeAspect="1"/>
          </p:cNvPicPr>
          <p:nvPr/>
        </p:nvPicPr>
        <p:blipFill>
          <a:blip xmlns:r="http://schemas.openxmlformats.org/officeDocument/2006/relationships" r:embed="rId6"/>
          <a:stretch>
            <a:fillRect/>
          </a:stretch>
        </p:blipFill>
        <p:spPr>
          <a:xfrm>
            <a:off x="3611880" y="4727575"/>
            <a:ext cx="2235200" cy="1568450"/>
          </a:xfrm>
          <a:prstGeom prst="rect"/>
        </p:spPr>
      </p:pic>
      <p:pic>
        <p:nvPicPr>
          <p:cNvPr id="2097188" name="图片 5"/>
          <p:cNvPicPr>
            <a:picLocks/>
          </p:cNvPicPr>
          <p:nvPr/>
        </p:nvPicPr>
        <p:blipFill>
          <a:blip xmlns:r="http://schemas.openxmlformats.org/officeDocument/2006/relationships" r:embed="rId7"/>
          <a:srcRect b="11003"/>
          <a:stretch>
            <a:fillRect/>
          </a:stretch>
        </p:blipFill>
        <p:spPr>
          <a:xfrm>
            <a:off x="1035685" y="4718050"/>
            <a:ext cx="2344420" cy="1566545"/>
          </a:xfrm>
          <a:prstGeom prst="rect"/>
          <a:ln>
            <a:solidFill>
              <a:schemeClr val="bg1">
                <a:lumMod val="75000"/>
              </a:schemeClr>
            </a:solidFill>
          </a:ln>
        </p:spPr>
      </p:pic>
      <p:sp>
        <p:nvSpPr>
          <p:cNvPr id="1048693" name="文本框 6"/>
          <p:cNvSpPr txBox="1"/>
          <p:nvPr/>
        </p:nvSpPr>
        <p:spPr>
          <a:xfrm>
            <a:off x="1443355" y="6400165"/>
            <a:ext cx="1704340" cy="368300"/>
          </a:xfrm>
          <a:prstGeom prst="rect"/>
          <a:noFill/>
        </p:spPr>
        <p:txBody>
          <a:bodyPr rtlCol="0" wrap="square">
            <a:spAutoFit/>
          </a:bodyPr>
          <a:p>
            <a:pPr algn="ctr"/>
            <a:r>
              <a:rPr altLang="en-US" lang="zh-CN"/>
              <a:t>主因识别</a:t>
            </a:r>
            <a:endParaRPr altLang="en-US" lang="zh-CN"/>
          </a:p>
        </p:txBody>
      </p:sp>
      <p:sp>
        <p:nvSpPr>
          <p:cNvPr id="1048694" name="文本框 7"/>
          <p:cNvSpPr txBox="1"/>
          <p:nvPr/>
        </p:nvSpPr>
        <p:spPr>
          <a:xfrm>
            <a:off x="3841750" y="6388735"/>
            <a:ext cx="1704340" cy="368300"/>
          </a:xfrm>
          <a:prstGeom prst="rect"/>
          <a:noFill/>
        </p:spPr>
        <p:txBody>
          <a:bodyPr rtlCol="0" wrap="square">
            <a:spAutoFit/>
          </a:bodyPr>
          <a:p>
            <a:pPr algn="ctr"/>
            <a:r>
              <a:rPr altLang="en-US" lang="zh-CN"/>
              <a:t>关联辅因分析</a:t>
            </a:r>
            <a:endParaRPr altLang="en-US" lang="zh-CN"/>
          </a:p>
        </p:txBody>
      </p:sp>
      <p:sp>
        <p:nvSpPr>
          <p:cNvPr id="1048695" name="矩形 8"/>
          <p:cNvSpPr/>
          <p:nvPr/>
        </p:nvSpPr>
        <p:spPr>
          <a:xfrm>
            <a:off x="6239510" y="1605280"/>
            <a:ext cx="1856105" cy="436880"/>
          </a:xfrm>
          <a:prstGeom prst="rect"/>
          <a:solidFill>
            <a:schemeClr val="bg1">
              <a:lumMod val="75000"/>
            </a:schemeClr>
          </a:solidFill>
          <a:ln>
            <a:noFill/>
          </a:ln>
          <a:effectLst>
            <a:outerShdw algn="tl" blurRad="50800" dir="2700000" dist="38100"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b="1" lang="zh-CN">
                <a:solidFill>
                  <a:schemeClr val="tx1"/>
                </a:solidFill>
              </a:rPr>
              <a:t>安全阈值计算</a:t>
            </a:r>
            <a:endParaRPr altLang="en-US" b="1" lang="zh-CN">
              <a:solidFill>
                <a:schemeClr val="tx1"/>
              </a:solidFill>
            </a:endParaRPr>
          </a:p>
        </p:txBody>
      </p:sp>
      <p:pic>
        <p:nvPicPr>
          <p:cNvPr id="2097189" name="ComboBox6"/>
          <p:cNvPicPr>
            <a:picLocks/>
          </p:cNvPicPr>
          <p:nvPr/>
        </p:nvPicPr>
        <p:blipFill>
          <a:blip xmlns:r="http://schemas.openxmlformats.org/officeDocument/2006/relationships" r:embed="rId8"/>
          <a:stretch>
            <a:fillRect/>
          </a:stretch>
        </p:blipFill>
        <p:spPr>
          <a:xfrm>
            <a:off x="6598285" y="2164715"/>
            <a:ext cx="2806065" cy="381000"/>
          </a:xfrm>
          <a:prstGeom prst="rect"/>
        </p:spPr>
      </p:pic>
      <p:pic>
        <p:nvPicPr>
          <p:cNvPr id="2097190" name="CommandButton15"/>
          <p:cNvPicPr>
            <a:picLocks/>
          </p:cNvPicPr>
          <p:nvPr/>
        </p:nvPicPr>
        <p:blipFill>
          <a:blip xmlns:r="http://schemas.openxmlformats.org/officeDocument/2006/relationships" r:embed="rId9"/>
          <a:stretch>
            <a:fillRect/>
          </a:stretch>
        </p:blipFill>
        <p:spPr>
          <a:xfrm>
            <a:off x="9572625" y="2164715"/>
            <a:ext cx="1524000" cy="377190"/>
          </a:xfrm>
          <a:prstGeom prst="rect"/>
        </p:spPr>
      </p:pic>
      <p:pic>
        <p:nvPicPr>
          <p:cNvPr id="2097191" name="图片 21"/>
          <p:cNvPicPr>
            <a:picLocks noChangeAspect="1"/>
          </p:cNvPicPr>
          <p:nvPr/>
        </p:nvPicPr>
        <p:blipFill>
          <a:blip xmlns:r="http://schemas.openxmlformats.org/officeDocument/2006/relationships" r:embed="rId10"/>
          <a:srcRect t="2873" r="49698" b="68211"/>
          <a:stretch>
            <a:fillRect/>
          </a:stretch>
        </p:blipFill>
        <p:spPr>
          <a:xfrm>
            <a:off x="6304915" y="2620645"/>
            <a:ext cx="2670175" cy="2373630"/>
          </a:xfrm>
          <a:prstGeom prst="rect"/>
        </p:spPr>
      </p:pic>
      <p:pic>
        <p:nvPicPr>
          <p:cNvPr id="2097192" name="图片 12"/>
          <p:cNvPicPr>
            <a:picLocks/>
          </p:cNvPicPr>
          <p:nvPr/>
        </p:nvPicPr>
        <p:blipFill>
          <a:blip xmlns:r="http://schemas.openxmlformats.org/officeDocument/2006/relationships" r:embed="rId11"/>
          <a:stretch>
            <a:fillRect/>
          </a:stretch>
        </p:blipFill>
        <p:spPr>
          <a:xfrm>
            <a:off x="9182735" y="2625090"/>
            <a:ext cx="2340610" cy="2233295"/>
          </a:xfrm>
          <a:prstGeom prst="rect"/>
          <a:ln>
            <a:solidFill>
              <a:schemeClr val="bg1">
                <a:lumMod val="75000"/>
              </a:schemeClr>
            </a:solidFill>
          </a:ln>
        </p:spPr>
      </p:pic>
      <p:pic>
        <p:nvPicPr>
          <p:cNvPr id="2097193" name="Label10"/>
          <p:cNvPicPr>
            <a:picLocks/>
          </p:cNvPicPr>
          <p:nvPr/>
        </p:nvPicPr>
        <p:blipFill>
          <a:blip xmlns:r="http://schemas.openxmlformats.org/officeDocument/2006/relationships" r:embed="rId12"/>
          <a:stretch>
            <a:fillRect/>
          </a:stretch>
        </p:blipFill>
        <p:spPr>
          <a:xfrm>
            <a:off x="6800850" y="5206365"/>
            <a:ext cx="3093085" cy="381000"/>
          </a:xfrm>
          <a:prstGeom prst="rect"/>
        </p:spPr>
      </p:pic>
      <p:pic>
        <p:nvPicPr>
          <p:cNvPr id="2097194" name="Label11"/>
          <p:cNvPicPr>
            <a:picLocks/>
          </p:cNvPicPr>
          <p:nvPr/>
        </p:nvPicPr>
        <p:blipFill>
          <a:blip xmlns:r="http://schemas.openxmlformats.org/officeDocument/2006/relationships" r:embed="rId13"/>
          <a:stretch>
            <a:fillRect/>
          </a:stretch>
        </p:blipFill>
        <p:spPr>
          <a:xfrm>
            <a:off x="6800850" y="5842000"/>
            <a:ext cx="1986915" cy="381000"/>
          </a:xfrm>
          <a:prstGeom prst="rect"/>
        </p:spPr>
      </p:pic>
      <p:sp>
        <p:nvSpPr>
          <p:cNvPr id="1048696" name="文本框 16"/>
          <p:cNvSpPr txBox="1"/>
          <p:nvPr/>
        </p:nvSpPr>
        <p:spPr>
          <a:xfrm>
            <a:off x="6800850" y="6266815"/>
            <a:ext cx="4958080" cy="701040"/>
          </a:xfrm>
          <a:prstGeom prst="rect"/>
          <a:noFill/>
        </p:spPr>
        <p:txBody>
          <a:bodyPr rtlCol="0" wrap="square">
            <a:spAutoFit/>
          </a:bodyPr>
          <a:p>
            <a:r>
              <a:rPr altLang="zh-CN" sz="2000" lang="en-US"/>
              <a:t>Precision</a:t>
            </a:r>
            <a:r>
              <a:rPr altLang="en-US" sz="2000" lang="zh-CN"/>
              <a:t>：</a:t>
            </a:r>
            <a:r>
              <a:rPr altLang="zh-CN" sz="2000" lang="en-US"/>
              <a:t>0.87  Recall 0.92   F1-score</a:t>
            </a:r>
            <a:r>
              <a:rPr altLang="en-US" sz="2000" lang="zh-CN"/>
              <a:t>：</a:t>
            </a:r>
            <a:r>
              <a:rPr altLang="zh-CN" sz="2000" lang="en-US"/>
              <a:t>0.90</a:t>
            </a:r>
            <a:endParaRPr altLang="zh-CN" sz="2000" lang="en-US"/>
          </a:p>
        </p:txBody>
      </p:sp>
      <p:sp>
        <p:nvSpPr>
          <p:cNvPr id="1048697" name="文本框 18"/>
          <p:cNvSpPr txBox="1"/>
          <p:nvPr/>
        </p:nvSpPr>
        <p:spPr>
          <a:xfrm>
            <a:off x="8787765" y="5114925"/>
            <a:ext cx="1197610" cy="624840"/>
          </a:xfrm>
          <a:prstGeom prst="rect"/>
          <a:noFill/>
        </p:spPr>
        <p:txBody>
          <a:bodyPr rtlCol="0" wrap="square">
            <a:spAutoFit/>
          </a:bodyPr>
          <a:p>
            <a:r>
              <a:rPr altLang="zh-CN" lang="en-US"/>
              <a:t>0.23mg/kg</a:t>
            </a:r>
            <a:endParaRPr altLang="en-US" 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33" name=""/>
        <p:cNvGrpSpPr/>
        <p:nvPr/>
      </p:nvGrpSpPr>
      <p:grpSpPr>
        <a:xfrm/>
      </p:grpSpPr>
      <p:sp>
        <p:nvSpPr>
          <p:cNvPr id="1048698" name="圆角矩形 13"/>
          <p:cNvSpPr/>
          <p:nvPr/>
        </p:nvSpPr>
        <p:spPr>
          <a:xfrm>
            <a:off x="2305050" y="129603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监测数据</a:t>
            </a:r>
            <a:endParaRPr altLang="en-US" lang="zh-CN"/>
          </a:p>
        </p:txBody>
      </p:sp>
      <p:sp>
        <p:nvSpPr>
          <p:cNvPr id="1048699" name="圆角矩形 1"/>
          <p:cNvSpPr/>
          <p:nvPr/>
        </p:nvSpPr>
        <p:spPr>
          <a:xfrm>
            <a:off x="2305050" y="211391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标准化</a:t>
            </a:r>
            <a:endParaRPr altLang="en-US" lang="zh-CN"/>
          </a:p>
        </p:txBody>
      </p:sp>
      <p:sp>
        <p:nvSpPr>
          <p:cNvPr id="1048700" name="圆角矩形 2"/>
          <p:cNvSpPr/>
          <p:nvPr/>
        </p:nvSpPr>
        <p:spPr>
          <a:xfrm>
            <a:off x="2305050" y="293179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回归拟合</a:t>
            </a:r>
            <a:endParaRPr altLang="en-US" lang="zh-CN"/>
          </a:p>
        </p:txBody>
      </p:sp>
      <p:sp>
        <p:nvSpPr>
          <p:cNvPr id="1048701" name="圆角矩形 3"/>
          <p:cNvSpPr/>
          <p:nvPr/>
        </p:nvSpPr>
        <p:spPr>
          <a:xfrm>
            <a:off x="389890" y="244919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指定模型</a:t>
            </a:r>
            <a:endParaRPr altLang="en-US" lang="zh-CN"/>
          </a:p>
        </p:txBody>
      </p:sp>
      <p:sp>
        <p:nvSpPr>
          <p:cNvPr id="1048702" name="圆角矩形 4"/>
          <p:cNvSpPr/>
          <p:nvPr/>
        </p:nvSpPr>
        <p:spPr>
          <a:xfrm>
            <a:off x="389890" y="345376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拟合效果</a:t>
            </a:r>
            <a:endParaRPr altLang="en-US" lang="zh-CN"/>
          </a:p>
        </p:txBody>
      </p:sp>
      <p:sp>
        <p:nvSpPr>
          <p:cNvPr id="1048703" name="圆角矩形 5"/>
          <p:cNvSpPr/>
          <p:nvPr/>
        </p:nvSpPr>
        <p:spPr>
          <a:xfrm>
            <a:off x="2293620" y="3911600"/>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指标重要度</a:t>
            </a:r>
            <a:endParaRPr altLang="en-US" lang="zh-CN"/>
          </a:p>
        </p:txBody>
      </p:sp>
      <p:sp>
        <p:nvSpPr>
          <p:cNvPr id="1048704" name="圆角矩形 6"/>
          <p:cNvSpPr/>
          <p:nvPr/>
        </p:nvSpPr>
        <p:spPr>
          <a:xfrm>
            <a:off x="2293620" y="489140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哈森矩阵</a:t>
            </a:r>
            <a:endParaRPr altLang="en-US" lang="zh-CN"/>
          </a:p>
        </p:txBody>
      </p:sp>
      <p:sp>
        <p:nvSpPr>
          <p:cNvPr id="1048705" name="圆角矩形 7"/>
          <p:cNvSpPr/>
          <p:nvPr/>
        </p:nvSpPr>
        <p:spPr>
          <a:xfrm>
            <a:off x="4465955" y="489140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输出图片</a:t>
            </a:r>
            <a:endParaRPr altLang="en-US" lang="zh-CN"/>
          </a:p>
        </p:txBody>
      </p:sp>
      <p:cxnSp>
        <p:nvCxnSpPr>
          <p:cNvPr id="3145795" name="直接箭头连接符 8"/>
          <p:cNvCxnSpPr>
            <a:cxnSpLocks/>
            <a:stCxn id="1048698" idx="2"/>
            <a:endCxn id="1048699" idx="0"/>
          </p:cNvCxnSpPr>
          <p:nvPr/>
        </p:nvCxnSpPr>
        <p:spPr>
          <a:xfrm>
            <a:off x="3037205" y="1778635"/>
            <a:ext cx="0" cy="335280"/>
          </a:xfrm>
          <a:prstGeom prst="straightConnector1"/>
          <a:ln>
            <a:tailEnd type="arrow"/>
          </a:ln>
        </p:spPr>
        <p:style>
          <a:lnRef idx="2">
            <a:schemeClr val="accent1"/>
          </a:lnRef>
          <a:fillRef idx="0">
            <a:srgbClr val="FFFFFF"/>
          </a:fillRef>
          <a:effectRef idx="0">
            <a:srgbClr val="FFFFFF"/>
          </a:effectRef>
          <a:fontRef idx="minor">
            <a:schemeClr val="tx1"/>
          </a:fontRef>
        </p:style>
      </p:cxnSp>
      <p:cxnSp>
        <p:nvCxnSpPr>
          <p:cNvPr id="3145796" name="直接箭头连接符 9"/>
          <p:cNvCxnSpPr>
            <a:cxnSpLocks/>
            <a:stCxn id="1048699" idx="2"/>
            <a:endCxn id="1048700" idx="0"/>
          </p:cNvCxnSpPr>
          <p:nvPr/>
        </p:nvCxnSpPr>
        <p:spPr>
          <a:xfrm>
            <a:off x="3037205" y="2596515"/>
            <a:ext cx="0" cy="335280"/>
          </a:xfrm>
          <a:prstGeom prst="straightConnector1"/>
          <a:ln>
            <a:tailEnd type="arrow"/>
          </a:ln>
        </p:spPr>
        <p:style>
          <a:lnRef idx="2">
            <a:schemeClr val="accent1"/>
          </a:lnRef>
          <a:fillRef idx="0">
            <a:srgbClr val="FFFFFF"/>
          </a:fillRef>
          <a:effectRef idx="0">
            <a:srgbClr val="FFFFFF"/>
          </a:effectRef>
          <a:fontRef idx="minor">
            <a:schemeClr val="tx1"/>
          </a:fontRef>
        </p:style>
      </p:cxnSp>
      <p:cxnSp>
        <p:nvCxnSpPr>
          <p:cNvPr id="3145797" name="直接箭头连接符 10"/>
          <p:cNvCxnSpPr>
            <a:cxnSpLocks/>
            <a:stCxn id="1048700" idx="2"/>
            <a:endCxn id="1048703" idx="0"/>
          </p:cNvCxnSpPr>
          <p:nvPr/>
        </p:nvCxnSpPr>
        <p:spPr>
          <a:xfrm flipH="1">
            <a:off x="3025775" y="3414395"/>
            <a:ext cx="11430" cy="497205"/>
          </a:xfrm>
          <a:prstGeom prst="straightConnector1"/>
          <a:ln>
            <a:tailEnd type="arrow"/>
          </a:ln>
        </p:spPr>
        <p:style>
          <a:lnRef idx="2">
            <a:schemeClr val="accent1"/>
          </a:lnRef>
          <a:fillRef idx="0">
            <a:srgbClr val="FFFFFF"/>
          </a:fillRef>
          <a:effectRef idx="0">
            <a:srgbClr val="FFFFFF"/>
          </a:effectRef>
          <a:fontRef idx="minor">
            <a:schemeClr val="tx1"/>
          </a:fontRef>
        </p:style>
      </p:cxnSp>
      <p:cxnSp>
        <p:nvCxnSpPr>
          <p:cNvPr id="3145798" name="直接箭头连接符 11"/>
          <p:cNvCxnSpPr>
            <a:cxnSpLocks/>
            <a:stCxn id="1048703" idx="2"/>
            <a:endCxn id="1048704" idx="0"/>
          </p:cNvCxnSpPr>
          <p:nvPr/>
        </p:nvCxnSpPr>
        <p:spPr>
          <a:xfrm>
            <a:off x="3025775" y="4394200"/>
            <a:ext cx="0" cy="497205"/>
          </a:xfrm>
          <a:prstGeom prst="straightConnector1"/>
          <a:ln>
            <a:tailEnd type="arrow"/>
          </a:ln>
        </p:spPr>
        <p:style>
          <a:lnRef idx="2">
            <a:schemeClr val="accent1"/>
          </a:lnRef>
          <a:fillRef idx="0">
            <a:srgbClr val="FFFFFF"/>
          </a:fillRef>
          <a:effectRef idx="0">
            <a:srgbClr val="FFFFFF"/>
          </a:effectRef>
          <a:fontRef idx="minor">
            <a:schemeClr val="tx1"/>
          </a:fontRef>
        </p:style>
      </p:cxnSp>
      <p:cxnSp>
        <p:nvCxnSpPr>
          <p:cNvPr id="3145799" name="肘形连接符 12"/>
          <p:cNvCxnSpPr>
            <a:cxnSpLocks/>
            <a:stCxn id="1048701" idx="3"/>
            <a:endCxn id="1048700" idx="0"/>
          </p:cNvCxnSpPr>
          <p:nvPr/>
        </p:nvCxnSpPr>
        <p:spPr>
          <a:xfrm>
            <a:off x="1853565" y="2690495"/>
            <a:ext cx="1183640" cy="241300"/>
          </a:xfrm>
          <a:prstGeom prst="bentConnector2"/>
          <a:ln>
            <a:tailEnd type="arrow"/>
          </a:ln>
        </p:spPr>
        <p:style>
          <a:lnRef idx="2">
            <a:schemeClr val="accent1"/>
          </a:lnRef>
          <a:fillRef idx="0">
            <a:srgbClr val="FFFFFF"/>
          </a:fillRef>
          <a:effectRef idx="0">
            <a:srgbClr val="FFFFFF"/>
          </a:effectRef>
          <a:fontRef idx="minor">
            <a:schemeClr val="tx1"/>
          </a:fontRef>
        </p:style>
      </p:cxnSp>
      <p:cxnSp>
        <p:nvCxnSpPr>
          <p:cNvPr id="3145800" name="肘形连接符 14"/>
          <p:cNvCxnSpPr>
            <a:cxnSpLocks/>
            <a:stCxn id="1048700" idx="1"/>
            <a:endCxn id="1048702" idx="3"/>
          </p:cNvCxnSpPr>
          <p:nvPr/>
        </p:nvCxnSpPr>
        <p:spPr>
          <a:xfrm rot="10800000" flipV="1">
            <a:off x="1852930" y="3173095"/>
            <a:ext cx="451485" cy="521970"/>
          </a:xfrm>
          <a:prstGeom prst="bentConnector3">
            <a:avLst>
              <a:gd name="adj1" fmla="val 49930"/>
            </a:avLst>
          </a:prstGeom>
          <a:ln>
            <a:tailEnd type="arrow"/>
          </a:ln>
        </p:spPr>
        <p:style>
          <a:lnRef idx="2">
            <a:schemeClr val="accent1"/>
          </a:lnRef>
          <a:fillRef idx="0">
            <a:srgbClr val="FFFFFF"/>
          </a:fillRef>
          <a:effectRef idx="0">
            <a:srgbClr val="FFFFFF"/>
          </a:effectRef>
          <a:fontRef idx="minor">
            <a:schemeClr val="tx1"/>
          </a:fontRef>
        </p:style>
      </p:cxnSp>
      <p:cxnSp>
        <p:nvCxnSpPr>
          <p:cNvPr id="3145801" name="直接箭头连接符 15"/>
          <p:cNvCxnSpPr>
            <a:cxnSpLocks/>
            <a:stCxn id="1048704" idx="3"/>
            <a:endCxn id="1048705" idx="1"/>
          </p:cNvCxnSpPr>
          <p:nvPr/>
        </p:nvCxnSpPr>
        <p:spPr>
          <a:xfrm>
            <a:off x="3757295" y="5132705"/>
            <a:ext cx="708660" cy="0"/>
          </a:xfrm>
          <a:prstGeom prst="straightConnector1"/>
          <a:ln>
            <a:tailEnd type="arrow"/>
          </a:ln>
        </p:spPr>
        <p:style>
          <a:lnRef idx="2">
            <a:schemeClr val="accent1"/>
          </a:lnRef>
          <a:fillRef idx="0">
            <a:srgbClr val="FFFFFF"/>
          </a:fillRef>
          <a:effectRef idx="0">
            <a:srgbClr val="FFFFFF"/>
          </a:effectRef>
          <a:fontRef idx="minor">
            <a:schemeClr val="tx1"/>
          </a:fontRef>
        </p:style>
      </p:cxnSp>
      <p:cxnSp>
        <p:nvCxnSpPr>
          <p:cNvPr id="3145802" name="肘形连接符 16"/>
          <p:cNvCxnSpPr>
            <a:cxnSpLocks/>
            <a:stCxn id="1048703" idx="3"/>
            <a:endCxn id="1048705" idx="1"/>
          </p:cNvCxnSpPr>
          <p:nvPr/>
        </p:nvCxnSpPr>
        <p:spPr>
          <a:xfrm>
            <a:off x="3757295" y="4152900"/>
            <a:ext cx="708660" cy="979805"/>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cxnSp>
        <p:nvCxnSpPr>
          <p:cNvPr id="3145803" name="肘形连接符 17"/>
          <p:cNvCxnSpPr>
            <a:cxnSpLocks/>
            <a:stCxn id="1048702" idx="2"/>
            <a:endCxn id="1048705" idx="2"/>
          </p:cNvCxnSpPr>
          <p:nvPr/>
        </p:nvCxnSpPr>
        <p:spPr>
          <a:xfrm rot="5400000" flipV="1">
            <a:off x="2440940" y="2616835"/>
            <a:ext cx="1437640" cy="4076065"/>
          </a:xfrm>
          <a:prstGeom prst="bentConnector3">
            <a:avLst>
              <a:gd name="adj1" fmla="val 116542"/>
            </a:avLst>
          </a:prstGeom>
          <a:ln>
            <a:tailEnd type="arrow"/>
          </a:ln>
        </p:spPr>
        <p:style>
          <a:lnRef idx="2">
            <a:schemeClr val="accent1"/>
          </a:lnRef>
          <a:fillRef idx="0">
            <a:srgbClr val="FFFFFF"/>
          </a:fillRef>
          <a:effectRef idx="0">
            <a:srgbClr val="FFFFFF"/>
          </a:effectRef>
          <a:fontRef idx="minor">
            <a:schemeClr val="tx1"/>
          </a:fontRef>
        </p:style>
      </p:cxnSp>
      <p:sp>
        <p:nvSpPr>
          <p:cNvPr id="1048706" name="圆角矩形 18"/>
          <p:cNvSpPr/>
          <p:nvPr/>
        </p:nvSpPr>
        <p:spPr>
          <a:xfrm>
            <a:off x="4919345" y="293179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归一化后</a:t>
            </a:r>
            <a:endParaRPr altLang="en-US" lang="zh-CN"/>
          </a:p>
          <a:p>
            <a:pPr algn="ctr"/>
            <a:r>
              <a:rPr altLang="en-US" lang="zh-CN"/>
              <a:t>数据</a:t>
            </a:r>
            <a:endParaRPr altLang="en-US" lang="zh-CN"/>
          </a:p>
        </p:txBody>
      </p:sp>
      <p:sp>
        <p:nvSpPr>
          <p:cNvPr id="1048707" name="圆角矩形 19"/>
          <p:cNvSpPr/>
          <p:nvPr/>
        </p:nvSpPr>
        <p:spPr>
          <a:xfrm>
            <a:off x="7530465" y="293179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阈值计算</a:t>
            </a:r>
            <a:endParaRPr altLang="en-US" lang="zh-CN"/>
          </a:p>
        </p:txBody>
      </p:sp>
      <p:sp>
        <p:nvSpPr>
          <p:cNvPr id="1048708" name="圆角矩形 20"/>
          <p:cNvSpPr/>
          <p:nvPr/>
        </p:nvSpPr>
        <p:spPr>
          <a:xfrm>
            <a:off x="6224905" y="196659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指定模型</a:t>
            </a:r>
            <a:endParaRPr altLang="en-US" lang="zh-CN"/>
          </a:p>
        </p:txBody>
      </p:sp>
      <p:cxnSp>
        <p:nvCxnSpPr>
          <p:cNvPr id="3145804" name="直接箭头连接符 21"/>
          <p:cNvCxnSpPr>
            <a:cxnSpLocks/>
            <a:stCxn id="1048700" idx="3"/>
            <a:endCxn id="1048706" idx="1"/>
          </p:cNvCxnSpPr>
          <p:nvPr/>
        </p:nvCxnSpPr>
        <p:spPr>
          <a:xfrm>
            <a:off x="3768725" y="3173095"/>
            <a:ext cx="1150620" cy="0"/>
          </a:xfrm>
          <a:prstGeom prst="straightConnector1"/>
          <a:ln>
            <a:tailEnd type="arrow"/>
          </a:ln>
        </p:spPr>
        <p:style>
          <a:lnRef idx="2">
            <a:schemeClr val="accent1"/>
          </a:lnRef>
          <a:fillRef idx="0">
            <a:srgbClr val="FFFFFF"/>
          </a:fillRef>
          <a:effectRef idx="0">
            <a:srgbClr val="FFFFFF"/>
          </a:effectRef>
          <a:fontRef idx="minor">
            <a:schemeClr val="tx1"/>
          </a:fontRef>
        </p:style>
      </p:cxnSp>
      <p:cxnSp>
        <p:nvCxnSpPr>
          <p:cNvPr id="3145805" name="直接箭头连接符 22"/>
          <p:cNvCxnSpPr>
            <a:cxnSpLocks/>
            <a:stCxn id="1048706" idx="3"/>
            <a:endCxn id="1048707" idx="1"/>
          </p:cNvCxnSpPr>
          <p:nvPr/>
        </p:nvCxnSpPr>
        <p:spPr>
          <a:xfrm>
            <a:off x="6383020" y="3173095"/>
            <a:ext cx="1147445" cy="0"/>
          </a:xfrm>
          <a:prstGeom prst="straightConnector1"/>
          <a:ln>
            <a:tailEnd type="arrow"/>
          </a:ln>
        </p:spPr>
        <p:style>
          <a:lnRef idx="2">
            <a:schemeClr val="accent1"/>
          </a:lnRef>
          <a:fillRef idx="0">
            <a:srgbClr val="FFFFFF"/>
          </a:fillRef>
          <a:effectRef idx="0">
            <a:srgbClr val="FFFFFF"/>
          </a:effectRef>
          <a:fontRef idx="minor">
            <a:schemeClr val="tx1"/>
          </a:fontRef>
        </p:style>
      </p:cxnSp>
      <p:cxnSp>
        <p:nvCxnSpPr>
          <p:cNvPr id="3145806" name="肘形连接符 23"/>
          <p:cNvCxnSpPr>
            <a:cxnSpLocks/>
            <a:stCxn id="1048708" idx="2"/>
            <a:endCxn id="1048707" idx="1"/>
          </p:cNvCxnSpPr>
          <p:nvPr/>
        </p:nvCxnSpPr>
        <p:spPr>
          <a:xfrm rot="5400000" flipV="1">
            <a:off x="6881813" y="2524443"/>
            <a:ext cx="723900" cy="573405"/>
          </a:xfrm>
          <a:prstGeom prst="bentConnector2"/>
          <a:ln>
            <a:tailEnd type="arrow"/>
          </a:ln>
        </p:spPr>
        <p:style>
          <a:lnRef idx="2">
            <a:schemeClr val="accent1"/>
          </a:lnRef>
          <a:fillRef idx="0">
            <a:srgbClr val="FFFFFF"/>
          </a:fillRef>
          <a:effectRef idx="0">
            <a:srgbClr val="FFFFFF"/>
          </a:effectRef>
          <a:fontRef idx="minor">
            <a:schemeClr val="tx1"/>
          </a:fontRef>
        </p:style>
      </p:cxnSp>
      <p:sp>
        <p:nvSpPr>
          <p:cNvPr id="1048709" name="圆角矩形 24"/>
          <p:cNvSpPr/>
          <p:nvPr/>
        </p:nvSpPr>
        <p:spPr>
          <a:xfrm>
            <a:off x="9761220" y="293179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阈值验证</a:t>
            </a:r>
            <a:endParaRPr altLang="en-US" lang="zh-CN"/>
          </a:p>
        </p:txBody>
      </p:sp>
      <p:cxnSp>
        <p:nvCxnSpPr>
          <p:cNvPr id="3145807" name="肘形连接符 26"/>
          <p:cNvCxnSpPr>
            <a:cxnSpLocks/>
            <a:stCxn id="1048707" idx="2"/>
            <a:endCxn id="1048710" idx="0"/>
          </p:cNvCxnSpPr>
          <p:nvPr/>
        </p:nvCxnSpPr>
        <p:spPr>
          <a:xfrm rot="5400000" flipV="1">
            <a:off x="7989570" y="3686810"/>
            <a:ext cx="1477010" cy="931545"/>
          </a:xfrm>
          <a:prstGeom prst="bentConnector3">
            <a:avLst>
              <a:gd name="adj1" fmla="val 49979"/>
            </a:avLst>
          </a:prstGeom>
          <a:ln>
            <a:tailEnd type="arrow"/>
          </a:ln>
        </p:spPr>
        <p:style>
          <a:lnRef idx="2">
            <a:schemeClr val="accent1"/>
          </a:lnRef>
          <a:fillRef idx="0">
            <a:srgbClr val="FFFFFF"/>
          </a:fillRef>
          <a:effectRef idx="0">
            <a:srgbClr val="FFFFFF"/>
          </a:effectRef>
          <a:fontRef idx="minor">
            <a:schemeClr val="tx1"/>
          </a:fontRef>
        </p:style>
      </p:cxnSp>
      <p:sp>
        <p:nvSpPr>
          <p:cNvPr id="1048710" name="圆角矩形 27"/>
          <p:cNvSpPr/>
          <p:nvPr/>
        </p:nvSpPr>
        <p:spPr>
          <a:xfrm>
            <a:off x="8462010" y="489140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输出图片</a:t>
            </a:r>
            <a:endParaRPr altLang="en-US" lang="zh-CN"/>
          </a:p>
        </p:txBody>
      </p:sp>
      <p:cxnSp>
        <p:nvCxnSpPr>
          <p:cNvPr id="3145808" name="肘形连接符 28"/>
          <p:cNvCxnSpPr>
            <a:cxnSpLocks/>
            <a:stCxn id="1048709" idx="2"/>
            <a:endCxn id="1048710" idx="0"/>
          </p:cNvCxnSpPr>
          <p:nvPr/>
        </p:nvCxnSpPr>
        <p:spPr>
          <a:xfrm rot="5400000">
            <a:off x="9105265" y="3503295"/>
            <a:ext cx="1477010" cy="1299210"/>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mc:Choice xmlns:p14="http://schemas.microsoft.com/office/powerpoint/2010/main" Requires="p14">
          <p:contentPart p14:bwMode="auto" r:id="rId1">
            <p14:nvContentPartPr>
              <p14:cNvPr id="1048817" name=""/>
              <p14:cNvContentPartPr/>
              <p14:nvPr/>
            </p14:nvContentPartPr>
            <p14:xfrm>
              <a:off x="10029404" y="197561"/>
              <a:ext cx="1451345" cy="913448"/>
            </p14:xfrm>
          </p:contentPart>
        </mc:Choice>
        <mc:Fallback>
          <p:sp>
            <p:nvSpPr>
              <p:cNvPr id="1048817" name=""/>
              <p:cNvSpPr/>
              <p:nvPr/>
            </p:nvSpPr>
            <p:spPr>
              <a:xfrm>
                <a:off x="10029404" y="197561"/>
                <a:ext cx="1451345" cy="913448"/>
              </a:xfrm>
            </p:spPr>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34" name=""/>
        <p:cNvGrpSpPr/>
        <p:nvPr/>
      </p:nvGrpSpPr>
      <p:grpSpPr>
        <a:xfrm/>
      </p:grpSpPr>
      <p:sp>
        <p:nvSpPr>
          <p:cNvPr id="1048711" name="矩形 21"/>
          <p:cNvSpPr/>
          <p:nvPr/>
        </p:nvSpPr>
        <p:spPr>
          <a:xfrm>
            <a:off x="8371205" y="1781175"/>
            <a:ext cx="3651250" cy="4660265"/>
          </a:xfrm>
          <a:prstGeom prst="rect"/>
          <a:solidFill>
            <a:schemeClr val="bg1">
              <a:lumMod val="95000"/>
            </a:schemeClr>
          </a:solidFill>
          <a:ln w="38100">
            <a:solidFill>
              <a:schemeClr val="bg1">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anchor="ctr" rtlCol="0"/>
          <a:p>
            <a:pPr algn="ctr"/>
            <a:endParaRPr altLang="en-US" lang="zh-CN"/>
          </a:p>
        </p:txBody>
      </p:sp>
      <p:sp>
        <p:nvSpPr>
          <p:cNvPr id="1048712" name="矩形 20"/>
          <p:cNvSpPr/>
          <p:nvPr/>
        </p:nvSpPr>
        <p:spPr>
          <a:xfrm>
            <a:off x="4949190" y="1772920"/>
            <a:ext cx="3248660" cy="4656455"/>
          </a:xfrm>
          <a:prstGeom prst="rect"/>
          <a:solidFill>
            <a:schemeClr val="bg1">
              <a:lumMod val="95000"/>
            </a:schemeClr>
          </a:solidFill>
          <a:ln w="38100">
            <a:solidFill>
              <a:schemeClr val="bg1">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anchor="ctr" rtlCol="0"/>
          <a:p>
            <a:pPr algn="ctr"/>
            <a:endParaRPr altLang="en-US" lang="zh-CN"/>
          </a:p>
        </p:txBody>
      </p:sp>
      <p:sp>
        <p:nvSpPr>
          <p:cNvPr id="1048713" name="矩形 19"/>
          <p:cNvSpPr/>
          <p:nvPr/>
        </p:nvSpPr>
        <p:spPr>
          <a:xfrm>
            <a:off x="418465" y="1773555"/>
            <a:ext cx="4472940" cy="4660265"/>
          </a:xfrm>
          <a:prstGeom prst="rect"/>
          <a:solidFill>
            <a:schemeClr val="bg1">
              <a:lumMod val="95000"/>
            </a:schemeClr>
          </a:solidFill>
          <a:ln w="38100">
            <a:solidFill>
              <a:schemeClr val="bg1">
                <a:lumMod val="75000"/>
              </a:schemeClr>
            </a:solidFill>
          </a:ln>
        </p:spPr>
        <p:style>
          <a:lnRef idx="2">
            <a:schemeClr val="accent1">
              <a:lumMod val="75000"/>
            </a:schemeClr>
          </a:lnRef>
          <a:fillRef idx="1">
            <a:schemeClr val="accent1"/>
          </a:fillRef>
          <a:effectRef idx="0">
            <a:srgbClr val="FFFFFF"/>
          </a:effectRef>
          <a:fontRef idx="minor">
            <a:schemeClr val="lt1"/>
          </a:fontRef>
        </p:style>
        <p:txBody>
          <a:bodyPr anchor="ctr" rtlCol="0"/>
          <a:p>
            <a:pPr algn="ctr"/>
            <a:endParaRPr altLang="en-US" lang="zh-CN"/>
          </a:p>
        </p:txBody>
      </p:sp>
      <p:sp>
        <p:nvSpPr>
          <p:cNvPr id="1048714" name="文本框 3"/>
          <p:cNvSpPr txBox="1"/>
          <p:nvPr/>
        </p:nvSpPr>
        <p:spPr>
          <a:xfrm>
            <a:off x="678180" y="358140"/>
            <a:ext cx="4587240" cy="460375"/>
          </a:xfrm>
          <a:prstGeom prst="rect"/>
          <a:noFill/>
        </p:spPr>
        <p:txBody>
          <a:bodyPr rtlCol="0" wrap="square">
            <a:spAutoFit/>
          </a:bodyPr>
          <a:p>
            <a:r>
              <a:rPr altLang="en-US" b="1" sz="2400" lang="zh-CN">
                <a:sym typeface="+mn-ea"/>
              </a:rPr>
              <a:t>农产品重金属超标区域分布预测</a:t>
            </a:r>
            <a:endParaRPr altLang="en-US" b="1" sz="2400" lang="zh-CN"/>
          </a:p>
        </p:txBody>
      </p:sp>
      <p:pic>
        <p:nvPicPr>
          <p:cNvPr id="2097195" name="Label7"/>
          <p:cNvPicPr>
            <a:picLocks/>
          </p:cNvPicPr>
          <p:nvPr/>
        </p:nvPicPr>
        <p:blipFill>
          <a:blip xmlns:r="http://schemas.openxmlformats.org/officeDocument/2006/relationships" r:embed="rId2"/>
          <a:stretch>
            <a:fillRect/>
          </a:stretch>
        </p:blipFill>
        <p:spPr>
          <a:xfrm>
            <a:off x="1035050" y="1130935"/>
            <a:ext cx="3541395" cy="381000"/>
          </a:xfrm>
          <a:prstGeom prst="rect"/>
        </p:spPr>
      </p:pic>
      <p:pic>
        <p:nvPicPr>
          <p:cNvPr id="2097196" name="CommandButton11"/>
          <p:cNvPicPr>
            <a:picLocks/>
          </p:cNvPicPr>
          <p:nvPr/>
        </p:nvPicPr>
        <p:blipFill>
          <a:blip xmlns:r="http://schemas.openxmlformats.org/officeDocument/2006/relationships" r:embed="rId3"/>
          <a:stretch>
            <a:fillRect/>
          </a:stretch>
        </p:blipFill>
        <p:spPr>
          <a:xfrm>
            <a:off x="4674870" y="1130935"/>
            <a:ext cx="1524000" cy="391795"/>
          </a:xfrm>
          <a:prstGeom prst="rect"/>
        </p:spPr>
      </p:pic>
      <p:pic>
        <p:nvPicPr>
          <p:cNvPr id="2097197" name="Label6"/>
          <p:cNvPicPr>
            <a:picLocks/>
          </p:cNvPicPr>
          <p:nvPr/>
        </p:nvPicPr>
        <p:blipFill>
          <a:blip xmlns:r="http://schemas.openxmlformats.org/officeDocument/2006/relationships" r:embed="rId4"/>
          <a:stretch>
            <a:fillRect/>
          </a:stretch>
        </p:blipFill>
        <p:spPr>
          <a:xfrm>
            <a:off x="6499860" y="1146810"/>
            <a:ext cx="3936365" cy="381000"/>
          </a:xfrm>
          <a:prstGeom prst="rect"/>
        </p:spPr>
      </p:pic>
      <p:pic>
        <p:nvPicPr>
          <p:cNvPr id="2097198" name="CommandButton7"/>
          <p:cNvPicPr>
            <a:picLocks/>
          </p:cNvPicPr>
          <p:nvPr/>
        </p:nvPicPr>
        <p:blipFill>
          <a:blip xmlns:r="http://schemas.openxmlformats.org/officeDocument/2006/relationships" r:embed="rId5"/>
          <a:stretch>
            <a:fillRect/>
          </a:stretch>
        </p:blipFill>
        <p:spPr>
          <a:xfrm>
            <a:off x="10782935" y="1146810"/>
            <a:ext cx="994410" cy="391795"/>
          </a:xfrm>
          <a:prstGeom prst="rect"/>
        </p:spPr>
      </p:pic>
      <p:pic>
        <p:nvPicPr>
          <p:cNvPr id="2097199" name="图片 9"/>
          <p:cNvPicPr>
            <a:picLocks/>
          </p:cNvPicPr>
          <p:nvPr/>
        </p:nvPicPr>
        <p:blipFill>
          <a:blip xmlns:r="http://schemas.openxmlformats.org/officeDocument/2006/relationships" r:embed="rId6"/>
          <a:stretch>
            <a:fillRect/>
          </a:stretch>
        </p:blipFill>
        <p:spPr>
          <a:xfrm>
            <a:off x="421005" y="2362835"/>
            <a:ext cx="2160000" cy="1800000"/>
          </a:xfrm>
          <a:prstGeom prst="rect"/>
          <a:ln>
            <a:solidFill>
              <a:schemeClr val="bg1">
                <a:lumMod val="75000"/>
              </a:schemeClr>
            </a:solidFill>
          </a:ln>
        </p:spPr>
      </p:pic>
      <p:pic>
        <p:nvPicPr>
          <p:cNvPr id="2097200" name="图片 7"/>
          <p:cNvPicPr>
            <a:picLocks/>
          </p:cNvPicPr>
          <p:nvPr/>
        </p:nvPicPr>
        <p:blipFill>
          <a:blip xmlns:r="http://schemas.openxmlformats.org/officeDocument/2006/relationships" r:embed="rId7"/>
          <a:stretch>
            <a:fillRect/>
          </a:stretch>
        </p:blipFill>
        <p:spPr>
          <a:xfrm>
            <a:off x="2581275" y="2362835"/>
            <a:ext cx="2160000" cy="1800000"/>
          </a:xfrm>
          <a:prstGeom prst="rect"/>
          <a:ln>
            <a:solidFill>
              <a:schemeClr val="bg1">
                <a:lumMod val="75000"/>
              </a:schemeClr>
            </a:solidFill>
          </a:ln>
        </p:spPr>
      </p:pic>
      <p:pic>
        <p:nvPicPr>
          <p:cNvPr id="2097201" name="图片 10"/>
          <p:cNvPicPr>
            <a:picLocks/>
          </p:cNvPicPr>
          <p:nvPr/>
        </p:nvPicPr>
        <p:blipFill>
          <a:blip xmlns:r="http://schemas.openxmlformats.org/officeDocument/2006/relationships" r:embed="rId8"/>
          <a:stretch>
            <a:fillRect/>
          </a:stretch>
        </p:blipFill>
        <p:spPr>
          <a:xfrm>
            <a:off x="2581275" y="4375150"/>
            <a:ext cx="2160000" cy="1800000"/>
          </a:xfrm>
          <a:prstGeom prst="rect"/>
          <a:ln>
            <a:solidFill>
              <a:schemeClr val="bg1">
                <a:lumMod val="75000"/>
              </a:schemeClr>
            </a:solidFill>
          </a:ln>
        </p:spPr>
      </p:pic>
      <p:pic>
        <p:nvPicPr>
          <p:cNvPr id="2097202" name="图片 18"/>
          <p:cNvPicPr>
            <a:picLocks/>
          </p:cNvPicPr>
          <p:nvPr/>
        </p:nvPicPr>
        <p:blipFill>
          <a:blip xmlns:r="http://schemas.openxmlformats.org/officeDocument/2006/relationships" r:embed="rId9"/>
          <a:srcRect l="49274"/>
          <a:stretch>
            <a:fillRect/>
          </a:stretch>
        </p:blipFill>
        <p:spPr>
          <a:xfrm>
            <a:off x="421005" y="4375150"/>
            <a:ext cx="2160000" cy="1800000"/>
          </a:xfrm>
          <a:prstGeom prst="rect"/>
          <a:ln>
            <a:solidFill>
              <a:schemeClr val="bg1">
                <a:lumMod val="75000"/>
              </a:schemeClr>
            </a:solidFill>
          </a:ln>
        </p:spPr>
      </p:pic>
      <p:pic>
        <p:nvPicPr>
          <p:cNvPr id="2097203" name="图片 11"/>
          <p:cNvPicPr>
            <a:picLocks noChangeAspect="1"/>
          </p:cNvPicPr>
          <p:nvPr/>
        </p:nvPicPr>
        <p:blipFill>
          <a:blip xmlns:r="http://schemas.openxmlformats.org/officeDocument/2006/relationships" r:embed="rId10"/>
          <a:stretch>
            <a:fillRect/>
          </a:stretch>
        </p:blipFill>
        <p:spPr>
          <a:xfrm>
            <a:off x="5006340" y="2218690"/>
            <a:ext cx="3100070" cy="2155825"/>
          </a:xfrm>
          <a:prstGeom prst="rect"/>
        </p:spPr>
      </p:pic>
      <p:grpSp>
        <p:nvGrpSpPr>
          <p:cNvPr id="35" name="组合 14"/>
          <p:cNvGrpSpPr/>
          <p:nvPr/>
        </p:nvGrpSpPr>
        <p:grpSpPr>
          <a:xfrm>
            <a:off x="8381365" y="2230120"/>
            <a:ext cx="3562350" cy="4104005"/>
            <a:chOff x="13709" y="4707"/>
            <a:chExt cx="4838" cy="4832"/>
          </a:xfrm>
        </p:grpSpPr>
        <p:pic>
          <p:nvPicPr>
            <p:cNvPr id="2097204" name="图片 6"/>
            <p:cNvPicPr>
              <a:picLocks noChangeAspect="1"/>
            </p:cNvPicPr>
            <p:nvPr/>
          </p:nvPicPr>
          <p:blipFill>
            <a:blip xmlns:r="http://schemas.openxmlformats.org/officeDocument/2006/relationships" r:embed="rId11"/>
            <a:stretch>
              <a:fillRect/>
            </a:stretch>
          </p:blipFill>
          <p:spPr>
            <a:xfrm>
              <a:off x="13709" y="4707"/>
              <a:ext cx="4838" cy="4833"/>
            </a:xfrm>
            <a:prstGeom prst="rect"/>
          </p:spPr>
        </p:pic>
        <p:sp>
          <p:nvSpPr>
            <p:cNvPr id="1048715" name="任意多边形 12"/>
            <p:cNvSpPr/>
            <p:nvPr/>
          </p:nvSpPr>
          <p:spPr>
            <a:xfrm>
              <a:off x="16176" y="6205"/>
              <a:ext cx="1548" cy="1838"/>
            </a:xfrm>
            <a:custGeom>
              <a:avLst/>
              <a:gdLst>
                <a:gd name="connisteX0" fmla="*/ 368300 w 982980"/>
                <a:gd name="connsiteY0" fmla="*/ 31115 h 1167130"/>
                <a:gd name="connisteX1" fmla="*/ 322580 w 982980"/>
                <a:gd name="connsiteY1" fmla="*/ 107950 h 1167130"/>
                <a:gd name="connisteX2" fmla="*/ 260985 w 982980"/>
                <a:gd name="connsiteY2" fmla="*/ 200025 h 1167130"/>
                <a:gd name="connisteX3" fmla="*/ 214630 w 982980"/>
                <a:gd name="connsiteY3" fmla="*/ 276860 h 1167130"/>
                <a:gd name="connisteX4" fmla="*/ 153670 w 982980"/>
                <a:gd name="connsiteY4" fmla="*/ 353695 h 1167130"/>
                <a:gd name="connisteX5" fmla="*/ 92075 w 982980"/>
                <a:gd name="connsiteY5" fmla="*/ 430530 h 1167130"/>
                <a:gd name="connisteX6" fmla="*/ 45720 w 982980"/>
                <a:gd name="connsiteY6" fmla="*/ 506730 h 1167130"/>
                <a:gd name="connisteX7" fmla="*/ 15240 w 982980"/>
                <a:gd name="connsiteY7" fmla="*/ 583565 h 1167130"/>
                <a:gd name="connisteX8" fmla="*/ 0 w 982980"/>
                <a:gd name="connsiteY8" fmla="*/ 660400 h 1167130"/>
                <a:gd name="connisteX9" fmla="*/ 15240 w 982980"/>
                <a:gd name="connsiteY9" fmla="*/ 737235 h 1167130"/>
                <a:gd name="connisteX10" fmla="*/ 61595 w 982980"/>
                <a:gd name="connsiteY10" fmla="*/ 814070 h 1167130"/>
                <a:gd name="connisteX11" fmla="*/ 92075 w 982980"/>
                <a:gd name="connsiteY11" fmla="*/ 890905 h 1167130"/>
                <a:gd name="connisteX12" fmla="*/ 153670 w 982980"/>
                <a:gd name="connsiteY12" fmla="*/ 982980 h 1167130"/>
                <a:gd name="connisteX13" fmla="*/ 230505 w 982980"/>
                <a:gd name="connsiteY13" fmla="*/ 1044575 h 1167130"/>
                <a:gd name="connisteX14" fmla="*/ 307340 w 982980"/>
                <a:gd name="connsiteY14" fmla="*/ 1106170 h 1167130"/>
                <a:gd name="connisteX15" fmla="*/ 383540 w 982980"/>
                <a:gd name="connsiteY15" fmla="*/ 1136650 h 1167130"/>
                <a:gd name="connisteX16" fmla="*/ 460375 w 982980"/>
                <a:gd name="connsiteY16" fmla="*/ 1167130 h 1167130"/>
                <a:gd name="connisteX17" fmla="*/ 537210 w 982980"/>
                <a:gd name="connsiteY17" fmla="*/ 1167130 h 1167130"/>
                <a:gd name="connisteX18" fmla="*/ 614045 w 982980"/>
                <a:gd name="connsiteY18" fmla="*/ 1167130 h 1167130"/>
                <a:gd name="connisteX19" fmla="*/ 690880 w 982980"/>
                <a:gd name="connsiteY19" fmla="*/ 1167130 h 1167130"/>
                <a:gd name="connisteX20" fmla="*/ 782955 w 982980"/>
                <a:gd name="connsiteY20" fmla="*/ 1151890 h 1167130"/>
                <a:gd name="connisteX21" fmla="*/ 859790 w 982980"/>
                <a:gd name="connsiteY21" fmla="*/ 1090295 h 1167130"/>
                <a:gd name="connisteX22" fmla="*/ 921385 w 982980"/>
                <a:gd name="connsiteY22" fmla="*/ 1013460 h 1167130"/>
                <a:gd name="connisteX23" fmla="*/ 951865 w 982980"/>
                <a:gd name="connsiteY23" fmla="*/ 921385 h 1167130"/>
                <a:gd name="connisteX24" fmla="*/ 967105 w 982980"/>
                <a:gd name="connsiteY24" fmla="*/ 844550 h 1167130"/>
                <a:gd name="connisteX25" fmla="*/ 967105 w 982980"/>
                <a:gd name="connsiteY25" fmla="*/ 768350 h 1167130"/>
                <a:gd name="connisteX26" fmla="*/ 982980 w 982980"/>
                <a:gd name="connsiteY26" fmla="*/ 691515 h 1167130"/>
                <a:gd name="connisteX27" fmla="*/ 982980 w 982980"/>
                <a:gd name="connsiteY27" fmla="*/ 614680 h 1167130"/>
                <a:gd name="connisteX28" fmla="*/ 982980 w 982980"/>
                <a:gd name="connsiteY28" fmla="*/ 537845 h 1167130"/>
                <a:gd name="connisteX29" fmla="*/ 982980 w 982980"/>
                <a:gd name="connsiteY29" fmla="*/ 461010 h 1167130"/>
                <a:gd name="connisteX30" fmla="*/ 982980 w 982980"/>
                <a:gd name="connsiteY30" fmla="*/ 384175 h 1167130"/>
                <a:gd name="connisteX31" fmla="*/ 951865 w 982980"/>
                <a:gd name="connsiteY31" fmla="*/ 307340 h 1167130"/>
                <a:gd name="connisteX32" fmla="*/ 875030 w 982980"/>
                <a:gd name="connsiteY32" fmla="*/ 245745 h 1167130"/>
                <a:gd name="connisteX33" fmla="*/ 798195 w 982980"/>
                <a:gd name="connsiteY33" fmla="*/ 184785 h 1167130"/>
                <a:gd name="connisteX34" fmla="*/ 721360 w 982980"/>
                <a:gd name="connsiteY34" fmla="*/ 123190 h 1167130"/>
                <a:gd name="connisteX35" fmla="*/ 645160 w 982980"/>
                <a:gd name="connsiteY35" fmla="*/ 76835 h 1167130"/>
                <a:gd name="connisteX36" fmla="*/ 568325 w 982980"/>
                <a:gd name="connsiteY36" fmla="*/ 31115 h 1167130"/>
                <a:gd name="connisteX37" fmla="*/ 491490 w 982980"/>
                <a:gd name="connsiteY37" fmla="*/ 15875 h 1167130"/>
                <a:gd name="connisteX38" fmla="*/ 414655 w 982980"/>
                <a:gd name="connsiteY38" fmla="*/ 0 h 116713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Lst>
              <a:rect l="l" t="t" r="r" b="b"/>
              <a:pathLst>
                <a:path w="982980" h="1167130">
                  <a:moveTo>
                    <a:pt x="368300" y="31115"/>
                  </a:moveTo>
                  <a:lnTo>
                    <a:pt x="322580" y="107950"/>
                  </a:lnTo>
                  <a:lnTo>
                    <a:pt x="260985" y="200025"/>
                  </a:lnTo>
                  <a:lnTo>
                    <a:pt x="214630" y="276860"/>
                  </a:lnTo>
                  <a:lnTo>
                    <a:pt x="153670" y="353695"/>
                  </a:lnTo>
                  <a:lnTo>
                    <a:pt x="92075" y="430530"/>
                  </a:lnTo>
                  <a:lnTo>
                    <a:pt x="45720" y="506730"/>
                  </a:lnTo>
                  <a:lnTo>
                    <a:pt x="15240" y="583565"/>
                  </a:lnTo>
                  <a:lnTo>
                    <a:pt x="0" y="660400"/>
                  </a:lnTo>
                  <a:lnTo>
                    <a:pt x="15240" y="737235"/>
                  </a:lnTo>
                  <a:lnTo>
                    <a:pt x="61595" y="814070"/>
                  </a:lnTo>
                  <a:lnTo>
                    <a:pt x="92075" y="890905"/>
                  </a:lnTo>
                  <a:lnTo>
                    <a:pt x="153670" y="982980"/>
                  </a:lnTo>
                  <a:lnTo>
                    <a:pt x="230505" y="1044575"/>
                  </a:lnTo>
                  <a:lnTo>
                    <a:pt x="307340" y="1106170"/>
                  </a:lnTo>
                  <a:lnTo>
                    <a:pt x="383540" y="1136650"/>
                  </a:lnTo>
                  <a:lnTo>
                    <a:pt x="460375" y="1167130"/>
                  </a:lnTo>
                  <a:lnTo>
                    <a:pt x="537210" y="1167130"/>
                  </a:lnTo>
                  <a:lnTo>
                    <a:pt x="614045" y="1167130"/>
                  </a:lnTo>
                  <a:lnTo>
                    <a:pt x="690880" y="1167130"/>
                  </a:lnTo>
                  <a:lnTo>
                    <a:pt x="782955" y="1151890"/>
                  </a:lnTo>
                  <a:lnTo>
                    <a:pt x="859790" y="1090295"/>
                  </a:lnTo>
                  <a:lnTo>
                    <a:pt x="921385" y="1013460"/>
                  </a:lnTo>
                  <a:lnTo>
                    <a:pt x="951865" y="921385"/>
                  </a:lnTo>
                  <a:lnTo>
                    <a:pt x="967105" y="844550"/>
                  </a:lnTo>
                  <a:lnTo>
                    <a:pt x="967105" y="768350"/>
                  </a:lnTo>
                  <a:lnTo>
                    <a:pt x="982980" y="691515"/>
                  </a:lnTo>
                  <a:lnTo>
                    <a:pt x="982980" y="614680"/>
                  </a:lnTo>
                  <a:lnTo>
                    <a:pt x="982980" y="537845"/>
                  </a:lnTo>
                  <a:lnTo>
                    <a:pt x="982980" y="461010"/>
                  </a:lnTo>
                  <a:lnTo>
                    <a:pt x="982980" y="384175"/>
                  </a:lnTo>
                  <a:lnTo>
                    <a:pt x="951865" y="307340"/>
                  </a:lnTo>
                  <a:lnTo>
                    <a:pt x="875030" y="245745"/>
                  </a:lnTo>
                  <a:lnTo>
                    <a:pt x="798195" y="184785"/>
                  </a:lnTo>
                  <a:lnTo>
                    <a:pt x="721360" y="123190"/>
                  </a:lnTo>
                  <a:lnTo>
                    <a:pt x="645160" y="76835"/>
                  </a:lnTo>
                  <a:lnTo>
                    <a:pt x="568325" y="31115"/>
                  </a:lnTo>
                  <a:lnTo>
                    <a:pt x="491490" y="15875"/>
                  </a:lnTo>
                  <a:lnTo>
                    <a:pt x="414655" y="0"/>
                  </a:lnTo>
                </a:path>
              </a:pathLst>
            </a:custGeom>
            <a:solidFill>
              <a:srgbClr val="FF0000">
                <a:alpha val="3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anchor="ctr" rtlCol="0"/>
            <a:p>
              <a:pPr algn="ctr"/>
              <a:endParaRPr altLang="en-US" lang="zh-CN"/>
            </a:p>
          </p:txBody>
        </p:sp>
        <p:sp>
          <p:nvSpPr>
            <p:cNvPr id="1048716" name="任意多边形 13"/>
            <p:cNvSpPr/>
            <p:nvPr/>
          </p:nvSpPr>
          <p:spPr>
            <a:xfrm>
              <a:off x="15644" y="5854"/>
              <a:ext cx="2200" cy="2539"/>
            </a:xfrm>
            <a:custGeom>
              <a:avLst/>
              <a:gdLst>
                <a:gd name="connisteX0" fmla="*/ 552450 w 1397000"/>
                <a:gd name="connsiteY0" fmla="*/ 0 h 1612265"/>
                <a:gd name="connisteX1" fmla="*/ 476250 w 1397000"/>
                <a:gd name="connsiteY1" fmla="*/ 46355 h 1612265"/>
                <a:gd name="connisteX2" fmla="*/ 399415 w 1397000"/>
                <a:gd name="connsiteY2" fmla="*/ 107315 h 1612265"/>
                <a:gd name="connisteX3" fmla="*/ 322580 w 1397000"/>
                <a:gd name="connsiteY3" fmla="*/ 168910 h 1612265"/>
                <a:gd name="connisteX4" fmla="*/ 260985 w 1397000"/>
                <a:gd name="connsiteY4" fmla="*/ 245745 h 1612265"/>
                <a:gd name="connisteX5" fmla="*/ 199390 w 1397000"/>
                <a:gd name="connsiteY5" fmla="*/ 322580 h 1612265"/>
                <a:gd name="connisteX6" fmla="*/ 184150 w 1397000"/>
                <a:gd name="connsiteY6" fmla="*/ 399415 h 1612265"/>
                <a:gd name="connisteX7" fmla="*/ 138430 w 1397000"/>
                <a:gd name="connsiteY7" fmla="*/ 476250 h 1612265"/>
                <a:gd name="connisteX8" fmla="*/ 107315 w 1397000"/>
                <a:gd name="connsiteY8" fmla="*/ 568325 h 1612265"/>
                <a:gd name="connisteX9" fmla="*/ 92075 w 1397000"/>
                <a:gd name="connsiteY9" fmla="*/ 645160 h 1612265"/>
                <a:gd name="connisteX10" fmla="*/ 45720 w 1397000"/>
                <a:gd name="connsiteY10" fmla="*/ 721995 h 1612265"/>
                <a:gd name="connisteX11" fmla="*/ 15240 w 1397000"/>
                <a:gd name="connsiteY11" fmla="*/ 798195 h 1612265"/>
                <a:gd name="connisteX12" fmla="*/ 0 w 1397000"/>
                <a:gd name="connsiteY12" fmla="*/ 875030 h 1612265"/>
                <a:gd name="connisteX13" fmla="*/ 0 w 1397000"/>
                <a:gd name="connsiteY13" fmla="*/ 967105 h 1612265"/>
                <a:gd name="connisteX14" fmla="*/ 15240 w 1397000"/>
                <a:gd name="connsiteY14" fmla="*/ 1059815 h 1612265"/>
                <a:gd name="connisteX15" fmla="*/ 30480 w 1397000"/>
                <a:gd name="connsiteY15" fmla="*/ 1136015 h 1612265"/>
                <a:gd name="connisteX16" fmla="*/ 30480 w 1397000"/>
                <a:gd name="connsiteY16" fmla="*/ 1212850 h 1612265"/>
                <a:gd name="connisteX17" fmla="*/ 30480 w 1397000"/>
                <a:gd name="connsiteY17" fmla="*/ 1289685 h 1612265"/>
                <a:gd name="connisteX18" fmla="*/ 45720 w 1397000"/>
                <a:gd name="connsiteY18" fmla="*/ 1366520 h 1612265"/>
                <a:gd name="connisteX19" fmla="*/ 92075 w 1397000"/>
                <a:gd name="connsiteY19" fmla="*/ 1443355 h 1612265"/>
                <a:gd name="connisteX20" fmla="*/ 168910 w 1397000"/>
                <a:gd name="connsiteY20" fmla="*/ 1504950 h 1612265"/>
                <a:gd name="connisteX21" fmla="*/ 260985 w 1397000"/>
                <a:gd name="connsiteY21" fmla="*/ 1565910 h 1612265"/>
                <a:gd name="connisteX22" fmla="*/ 337820 w 1397000"/>
                <a:gd name="connsiteY22" fmla="*/ 1597025 h 1612265"/>
                <a:gd name="connisteX23" fmla="*/ 429895 w 1397000"/>
                <a:gd name="connsiteY23" fmla="*/ 1597025 h 1612265"/>
                <a:gd name="connisteX24" fmla="*/ 521970 w 1397000"/>
                <a:gd name="connsiteY24" fmla="*/ 1597025 h 1612265"/>
                <a:gd name="connisteX25" fmla="*/ 598805 w 1397000"/>
                <a:gd name="connsiteY25" fmla="*/ 1612265 h 1612265"/>
                <a:gd name="connisteX26" fmla="*/ 675640 w 1397000"/>
                <a:gd name="connsiteY26" fmla="*/ 1612265 h 1612265"/>
                <a:gd name="connisteX27" fmla="*/ 752475 w 1397000"/>
                <a:gd name="connsiteY27" fmla="*/ 1597025 h 1612265"/>
                <a:gd name="connisteX28" fmla="*/ 829310 w 1397000"/>
                <a:gd name="connsiteY28" fmla="*/ 1581785 h 1612265"/>
                <a:gd name="connisteX29" fmla="*/ 906145 w 1397000"/>
                <a:gd name="connsiteY29" fmla="*/ 1581785 h 1612265"/>
                <a:gd name="connisteX30" fmla="*/ 982980 w 1397000"/>
                <a:gd name="connsiteY30" fmla="*/ 1565910 h 1612265"/>
                <a:gd name="connisteX31" fmla="*/ 1059180 w 1397000"/>
                <a:gd name="connsiteY31" fmla="*/ 1565910 h 1612265"/>
                <a:gd name="connisteX32" fmla="*/ 1136015 w 1397000"/>
                <a:gd name="connsiteY32" fmla="*/ 1520190 h 1612265"/>
                <a:gd name="connisteX33" fmla="*/ 1197610 w 1397000"/>
                <a:gd name="connsiteY33" fmla="*/ 1443355 h 1612265"/>
                <a:gd name="connisteX34" fmla="*/ 1259205 w 1397000"/>
                <a:gd name="connsiteY34" fmla="*/ 1366520 h 1612265"/>
                <a:gd name="connisteX35" fmla="*/ 1304925 w 1397000"/>
                <a:gd name="connsiteY35" fmla="*/ 1289685 h 1612265"/>
                <a:gd name="connisteX36" fmla="*/ 1320800 w 1397000"/>
                <a:gd name="connsiteY36" fmla="*/ 1212850 h 1612265"/>
                <a:gd name="connisteX37" fmla="*/ 1320800 w 1397000"/>
                <a:gd name="connsiteY37" fmla="*/ 1136015 h 1612265"/>
                <a:gd name="connisteX38" fmla="*/ 1320800 w 1397000"/>
                <a:gd name="connsiteY38" fmla="*/ 1059815 h 1612265"/>
                <a:gd name="connisteX39" fmla="*/ 1320800 w 1397000"/>
                <a:gd name="connsiteY39" fmla="*/ 982980 h 1612265"/>
                <a:gd name="connisteX40" fmla="*/ 1320800 w 1397000"/>
                <a:gd name="connsiteY40" fmla="*/ 906145 h 1612265"/>
                <a:gd name="connisteX41" fmla="*/ 1351280 w 1397000"/>
                <a:gd name="connsiteY41" fmla="*/ 829310 h 1612265"/>
                <a:gd name="connisteX42" fmla="*/ 1366520 w 1397000"/>
                <a:gd name="connsiteY42" fmla="*/ 752475 h 1612265"/>
                <a:gd name="connisteX43" fmla="*/ 1397000 w 1397000"/>
                <a:gd name="connsiteY43" fmla="*/ 675640 h 1612265"/>
                <a:gd name="connisteX44" fmla="*/ 1397000 w 1397000"/>
                <a:gd name="connsiteY44" fmla="*/ 598805 h 1612265"/>
                <a:gd name="connisteX45" fmla="*/ 1397000 w 1397000"/>
                <a:gd name="connsiteY45" fmla="*/ 521970 h 1612265"/>
                <a:gd name="connisteX46" fmla="*/ 1366520 w 1397000"/>
                <a:gd name="connsiteY46" fmla="*/ 445135 h 1612265"/>
                <a:gd name="connisteX47" fmla="*/ 1320800 w 1397000"/>
                <a:gd name="connsiteY47" fmla="*/ 368300 h 1612265"/>
                <a:gd name="connisteX48" fmla="*/ 1259205 w 1397000"/>
                <a:gd name="connsiteY48" fmla="*/ 291465 h 1612265"/>
                <a:gd name="connisteX49" fmla="*/ 1182370 w 1397000"/>
                <a:gd name="connsiteY49" fmla="*/ 245745 h 1612265"/>
                <a:gd name="connisteX50" fmla="*/ 1090295 w 1397000"/>
                <a:gd name="connsiteY50" fmla="*/ 215265 h 1612265"/>
                <a:gd name="connisteX51" fmla="*/ 1013460 w 1397000"/>
                <a:gd name="connsiteY51" fmla="*/ 215265 h 1612265"/>
                <a:gd name="connisteX52" fmla="*/ 936625 w 1397000"/>
                <a:gd name="connsiteY52" fmla="*/ 199390 h 1612265"/>
                <a:gd name="connisteX53" fmla="*/ 859790 w 1397000"/>
                <a:gd name="connsiteY53" fmla="*/ 168910 h 1612265"/>
                <a:gd name="connisteX54" fmla="*/ 782955 w 1397000"/>
                <a:gd name="connsiteY54" fmla="*/ 138430 h 1612265"/>
                <a:gd name="connisteX55" fmla="*/ 737235 w 1397000"/>
                <a:gd name="connsiteY55" fmla="*/ 61595 h 1612265"/>
                <a:gd name="connisteX56" fmla="*/ 660400 w 1397000"/>
                <a:gd name="connsiteY56" fmla="*/ 15240 h 1612265"/>
                <a:gd name="connisteX57" fmla="*/ 583565 w 1397000"/>
                <a:gd name="connsiteY57" fmla="*/ 0 h 1612265"/>
                <a:gd name="connisteX58" fmla="*/ 552450 w 1397000"/>
                <a:gd name="connsiteY58" fmla="*/ 0 h 1612265"/>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 ang="0">
                  <a:pos x="connisteX7" y="connsiteY7"/>
                </a:cxn>
                <a:cxn ang="0">
                  <a:pos x="connisteX8" y="connsiteY8"/>
                </a:cxn>
                <a:cxn ang="0">
                  <a:pos x="connisteX9" y="connsiteY9"/>
                </a:cxn>
                <a:cxn ang="0">
                  <a:pos x="connisteX10" y="connsiteY10"/>
                </a:cxn>
                <a:cxn ang="0">
                  <a:pos x="connisteX11" y="connsiteY11"/>
                </a:cxn>
                <a:cxn ang="0">
                  <a:pos x="connisteX12" y="connsiteY12"/>
                </a:cxn>
                <a:cxn ang="0">
                  <a:pos x="connisteX13" y="connsiteY13"/>
                </a:cxn>
                <a:cxn ang="0">
                  <a:pos x="connisteX14" y="connsiteY14"/>
                </a:cxn>
                <a:cxn ang="0">
                  <a:pos x="connisteX15" y="connsiteY15"/>
                </a:cxn>
                <a:cxn ang="0">
                  <a:pos x="connisteX16" y="connsiteY16"/>
                </a:cxn>
                <a:cxn ang="0">
                  <a:pos x="connisteX17" y="connsiteY17"/>
                </a:cxn>
                <a:cxn ang="0">
                  <a:pos x="connisteX18" y="connsiteY18"/>
                </a:cxn>
                <a:cxn ang="0">
                  <a:pos x="connisteX19" y="connsiteY19"/>
                </a:cxn>
                <a:cxn ang="0">
                  <a:pos x="connisteX20" y="connsiteY20"/>
                </a:cxn>
                <a:cxn ang="0">
                  <a:pos x="connisteX21" y="connsiteY21"/>
                </a:cxn>
                <a:cxn ang="0">
                  <a:pos x="connisteX22" y="connsiteY22"/>
                </a:cxn>
                <a:cxn ang="0">
                  <a:pos x="connisteX23" y="connsiteY23"/>
                </a:cxn>
                <a:cxn ang="0">
                  <a:pos x="connisteX24" y="connsiteY24"/>
                </a:cxn>
                <a:cxn ang="0">
                  <a:pos x="connisteX25" y="connsiteY25"/>
                </a:cxn>
                <a:cxn ang="0">
                  <a:pos x="connisteX26" y="connsiteY26"/>
                </a:cxn>
                <a:cxn ang="0">
                  <a:pos x="connisteX27" y="connsiteY27"/>
                </a:cxn>
                <a:cxn ang="0">
                  <a:pos x="connisteX28" y="connsiteY28"/>
                </a:cxn>
                <a:cxn ang="0">
                  <a:pos x="connisteX29" y="connsiteY29"/>
                </a:cxn>
                <a:cxn ang="0">
                  <a:pos x="connisteX30" y="connsiteY30"/>
                </a:cxn>
                <a:cxn ang="0">
                  <a:pos x="connisteX31" y="connsiteY31"/>
                </a:cxn>
                <a:cxn ang="0">
                  <a:pos x="connisteX32" y="connsiteY32"/>
                </a:cxn>
                <a:cxn ang="0">
                  <a:pos x="connisteX33" y="connsiteY33"/>
                </a:cxn>
                <a:cxn ang="0">
                  <a:pos x="connisteX34" y="connsiteY34"/>
                </a:cxn>
                <a:cxn ang="0">
                  <a:pos x="connisteX35" y="connsiteY35"/>
                </a:cxn>
                <a:cxn ang="0">
                  <a:pos x="connisteX36" y="connsiteY36"/>
                </a:cxn>
                <a:cxn ang="0">
                  <a:pos x="connisteX37" y="connsiteY37"/>
                </a:cxn>
                <a:cxn ang="0">
                  <a:pos x="connisteX38" y="connsiteY38"/>
                </a:cxn>
                <a:cxn ang="0">
                  <a:pos x="connisteX39" y="connsiteY39"/>
                </a:cxn>
                <a:cxn ang="0">
                  <a:pos x="connisteX40" y="connsiteY40"/>
                </a:cxn>
                <a:cxn ang="0">
                  <a:pos x="connisteX41" y="connsiteY41"/>
                </a:cxn>
                <a:cxn ang="0">
                  <a:pos x="connisteX42" y="connsiteY42"/>
                </a:cxn>
                <a:cxn ang="0">
                  <a:pos x="connisteX43" y="connsiteY43"/>
                </a:cxn>
                <a:cxn ang="0">
                  <a:pos x="connisteX44" y="connsiteY44"/>
                </a:cxn>
                <a:cxn ang="0">
                  <a:pos x="connisteX45" y="connsiteY45"/>
                </a:cxn>
                <a:cxn ang="0">
                  <a:pos x="connisteX46" y="connsiteY46"/>
                </a:cxn>
                <a:cxn ang="0">
                  <a:pos x="connisteX47" y="connsiteY47"/>
                </a:cxn>
                <a:cxn ang="0">
                  <a:pos x="connisteX48" y="connsiteY48"/>
                </a:cxn>
                <a:cxn ang="0">
                  <a:pos x="connisteX49" y="connsiteY49"/>
                </a:cxn>
                <a:cxn ang="0">
                  <a:pos x="connisteX50" y="connsiteY50"/>
                </a:cxn>
                <a:cxn ang="0">
                  <a:pos x="connisteX51" y="connsiteY51"/>
                </a:cxn>
                <a:cxn ang="0">
                  <a:pos x="connisteX52" y="connsiteY52"/>
                </a:cxn>
                <a:cxn ang="0">
                  <a:pos x="connisteX53" y="connsiteY53"/>
                </a:cxn>
                <a:cxn ang="0">
                  <a:pos x="connisteX54" y="connsiteY54"/>
                </a:cxn>
                <a:cxn ang="0">
                  <a:pos x="connisteX55" y="connsiteY55"/>
                </a:cxn>
                <a:cxn ang="0">
                  <a:pos x="connisteX56" y="connsiteY56"/>
                </a:cxn>
                <a:cxn ang="0">
                  <a:pos x="connisteX57" y="connsiteY57"/>
                </a:cxn>
                <a:cxn ang="0">
                  <a:pos x="connisteX58" y="connsiteY58"/>
                </a:cxn>
              </a:cxnLst>
              <a:rect l="l" t="t" r="r" b="b"/>
              <a:pathLst>
                <a:path w="1397000" h="1612265">
                  <a:moveTo>
                    <a:pt x="552450" y="0"/>
                  </a:moveTo>
                  <a:lnTo>
                    <a:pt x="476250" y="46355"/>
                  </a:lnTo>
                  <a:lnTo>
                    <a:pt x="399415" y="107315"/>
                  </a:lnTo>
                  <a:lnTo>
                    <a:pt x="322580" y="168910"/>
                  </a:lnTo>
                  <a:lnTo>
                    <a:pt x="260985" y="245745"/>
                  </a:lnTo>
                  <a:lnTo>
                    <a:pt x="199390" y="322580"/>
                  </a:lnTo>
                  <a:lnTo>
                    <a:pt x="184150" y="399415"/>
                  </a:lnTo>
                  <a:lnTo>
                    <a:pt x="138430" y="476250"/>
                  </a:lnTo>
                  <a:lnTo>
                    <a:pt x="107315" y="568325"/>
                  </a:lnTo>
                  <a:lnTo>
                    <a:pt x="92075" y="645160"/>
                  </a:lnTo>
                  <a:lnTo>
                    <a:pt x="45720" y="721995"/>
                  </a:lnTo>
                  <a:lnTo>
                    <a:pt x="15240" y="798195"/>
                  </a:lnTo>
                  <a:lnTo>
                    <a:pt x="0" y="875030"/>
                  </a:lnTo>
                  <a:lnTo>
                    <a:pt x="0" y="967105"/>
                  </a:lnTo>
                  <a:lnTo>
                    <a:pt x="15240" y="1059815"/>
                  </a:lnTo>
                  <a:lnTo>
                    <a:pt x="30480" y="1136015"/>
                  </a:lnTo>
                  <a:lnTo>
                    <a:pt x="30480" y="1212850"/>
                  </a:lnTo>
                  <a:lnTo>
                    <a:pt x="30480" y="1289685"/>
                  </a:lnTo>
                  <a:lnTo>
                    <a:pt x="45720" y="1366520"/>
                  </a:lnTo>
                  <a:lnTo>
                    <a:pt x="92075" y="1443355"/>
                  </a:lnTo>
                  <a:lnTo>
                    <a:pt x="168910" y="1504950"/>
                  </a:lnTo>
                  <a:lnTo>
                    <a:pt x="260985" y="1565910"/>
                  </a:lnTo>
                  <a:lnTo>
                    <a:pt x="337820" y="1597025"/>
                  </a:lnTo>
                  <a:lnTo>
                    <a:pt x="429895" y="1597025"/>
                  </a:lnTo>
                  <a:lnTo>
                    <a:pt x="521970" y="1597025"/>
                  </a:lnTo>
                  <a:lnTo>
                    <a:pt x="598805" y="1612265"/>
                  </a:lnTo>
                  <a:lnTo>
                    <a:pt x="675640" y="1612265"/>
                  </a:lnTo>
                  <a:lnTo>
                    <a:pt x="752475" y="1597025"/>
                  </a:lnTo>
                  <a:lnTo>
                    <a:pt x="829310" y="1581785"/>
                  </a:lnTo>
                  <a:lnTo>
                    <a:pt x="906145" y="1581785"/>
                  </a:lnTo>
                  <a:lnTo>
                    <a:pt x="982980" y="1565910"/>
                  </a:lnTo>
                  <a:lnTo>
                    <a:pt x="1059180" y="1565910"/>
                  </a:lnTo>
                  <a:lnTo>
                    <a:pt x="1136015" y="1520190"/>
                  </a:lnTo>
                  <a:lnTo>
                    <a:pt x="1197610" y="1443355"/>
                  </a:lnTo>
                  <a:lnTo>
                    <a:pt x="1259205" y="1366520"/>
                  </a:lnTo>
                  <a:lnTo>
                    <a:pt x="1304925" y="1289685"/>
                  </a:lnTo>
                  <a:lnTo>
                    <a:pt x="1320800" y="1212850"/>
                  </a:lnTo>
                  <a:lnTo>
                    <a:pt x="1320800" y="1136015"/>
                  </a:lnTo>
                  <a:lnTo>
                    <a:pt x="1320800" y="1059815"/>
                  </a:lnTo>
                  <a:lnTo>
                    <a:pt x="1320800" y="982980"/>
                  </a:lnTo>
                  <a:lnTo>
                    <a:pt x="1320800" y="906145"/>
                  </a:lnTo>
                  <a:lnTo>
                    <a:pt x="1351280" y="829310"/>
                  </a:lnTo>
                  <a:lnTo>
                    <a:pt x="1366520" y="752475"/>
                  </a:lnTo>
                  <a:lnTo>
                    <a:pt x="1397000" y="675640"/>
                  </a:lnTo>
                  <a:lnTo>
                    <a:pt x="1397000" y="598805"/>
                  </a:lnTo>
                  <a:lnTo>
                    <a:pt x="1397000" y="521970"/>
                  </a:lnTo>
                  <a:lnTo>
                    <a:pt x="1366520" y="445135"/>
                  </a:lnTo>
                  <a:lnTo>
                    <a:pt x="1320800" y="368300"/>
                  </a:lnTo>
                  <a:lnTo>
                    <a:pt x="1259205" y="291465"/>
                  </a:lnTo>
                  <a:lnTo>
                    <a:pt x="1182370" y="245745"/>
                  </a:lnTo>
                  <a:lnTo>
                    <a:pt x="1090295" y="215265"/>
                  </a:lnTo>
                  <a:lnTo>
                    <a:pt x="1013460" y="215265"/>
                  </a:lnTo>
                  <a:lnTo>
                    <a:pt x="936625" y="199390"/>
                  </a:lnTo>
                  <a:lnTo>
                    <a:pt x="859790" y="168910"/>
                  </a:lnTo>
                  <a:lnTo>
                    <a:pt x="782955" y="138430"/>
                  </a:lnTo>
                  <a:lnTo>
                    <a:pt x="737235" y="61595"/>
                  </a:lnTo>
                  <a:lnTo>
                    <a:pt x="660400" y="15240"/>
                  </a:lnTo>
                  <a:lnTo>
                    <a:pt x="583565" y="0"/>
                  </a:lnTo>
                  <a:lnTo>
                    <a:pt x="552450" y="0"/>
                  </a:lnTo>
                  <a:close/>
                </a:path>
              </a:pathLst>
            </a:custGeom>
            <a:solidFill>
              <a:srgbClr val="FFFF00">
                <a:alpha val="3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anchor="ctr" rtlCol="0"/>
            <a:p>
              <a:pPr algn="ctr"/>
              <a:endParaRPr altLang="en-US" lang="zh-CN"/>
            </a:p>
          </p:txBody>
        </p:sp>
      </p:grpSp>
      <p:graphicFrame>
        <p:nvGraphicFramePr>
          <p:cNvPr id="4194311" name="图表 58"/>
          <p:cNvGraphicFramePr>
            <a:graphicFrameLocks/>
          </p:cNvGraphicFramePr>
          <p:nvPr/>
        </p:nvGraphicFramePr>
        <p:xfrm>
          <a:off x="4741545" y="4375150"/>
          <a:ext cx="3780155" cy="1657350"/>
        </p:xfrm>
        <a:graphic>
          <a:graphicData uri="http://schemas.openxmlformats.org/drawingml/2006/chart">
            <c:chart xmlns:c="http://schemas.openxmlformats.org/drawingml/2006/chart" xmlns:r="http://schemas.openxmlformats.org/officeDocument/2006/relationships" r:id="rId1"/>
          </a:graphicData>
        </a:graphic>
      </p:graphicFrame>
      <p:sp>
        <p:nvSpPr>
          <p:cNvPr id="1048717" name="矩形 15"/>
          <p:cNvSpPr/>
          <p:nvPr/>
        </p:nvSpPr>
        <p:spPr>
          <a:xfrm>
            <a:off x="421005" y="1793240"/>
            <a:ext cx="1856105" cy="436880"/>
          </a:xfrm>
          <a:prstGeom prst="rect"/>
          <a:solidFill>
            <a:schemeClr val="bg1">
              <a:lumMod val="75000"/>
            </a:schemeClr>
          </a:solidFill>
          <a:ln>
            <a:noFill/>
          </a:ln>
          <a:effectLst>
            <a:outerShdw algn="tl" blurRad="50800" dir="2700000" dist="38100"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b="1" lang="zh-CN">
                <a:solidFill>
                  <a:schemeClr val="tx1"/>
                </a:solidFill>
              </a:rPr>
              <a:t>指标筛选</a:t>
            </a:r>
            <a:endParaRPr altLang="en-US" b="1" lang="zh-CN">
              <a:solidFill>
                <a:schemeClr val="tx1"/>
              </a:solidFill>
            </a:endParaRPr>
          </a:p>
        </p:txBody>
      </p:sp>
      <p:sp>
        <p:nvSpPr>
          <p:cNvPr id="1048718" name="矩形 16"/>
          <p:cNvSpPr/>
          <p:nvPr/>
        </p:nvSpPr>
        <p:spPr>
          <a:xfrm>
            <a:off x="5006340" y="1781175"/>
            <a:ext cx="1856105" cy="436880"/>
          </a:xfrm>
          <a:prstGeom prst="rect"/>
          <a:solidFill>
            <a:schemeClr val="bg1">
              <a:lumMod val="75000"/>
            </a:schemeClr>
          </a:solidFill>
          <a:ln>
            <a:noFill/>
          </a:ln>
          <a:effectLst>
            <a:outerShdw algn="tl" blurRad="50800" dir="2700000" dist="38100"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b="1" lang="zh-CN">
                <a:solidFill>
                  <a:schemeClr val="tx1"/>
                </a:solidFill>
              </a:rPr>
              <a:t>模型性能评价</a:t>
            </a:r>
            <a:endParaRPr altLang="en-US" b="1" lang="zh-CN">
              <a:solidFill>
                <a:schemeClr val="tx1"/>
              </a:solidFill>
            </a:endParaRPr>
          </a:p>
        </p:txBody>
      </p:sp>
      <p:sp>
        <p:nvSpPr>
          <p:cNvPr id="1048719" name="矩形 17"/>
          <p:cNvSpPr/>
          <p:nvPr/>
        </p:nvSpPr>
        <p:spPr>
          <a:xfrm>
            <a:off x="8381365" y="1793240"/>
            <a:ext cx="1856105" cy="436880"/>
          </a:xfrm>
          <a:prstGeom prst="rect"/>
          <a:solidFill>
            <a:schemeClr val="bg1">
              <a:lumMod val="75000"/>
            </a:schemeClr>
          </a:solidFill>
          <a:ln>
            <a:noFill/>
          </a:ln>
          <a:effectLst>
            <a:outerShdw algn="tl" blurRad="50800" dir="2700000" dist="38100"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b="1" lang="zh-CN">
                <a:solidFill>
                  <a:schemeClr val="tx1"/>
                </a:solidFill>
              </a:rPr>
              <a:t>超标风险区分布</a:t>
            </a:r>
            <a:endParaRPr altLang="en-US" b="1" lang="zh-CN">
              <a:solidFill>
                <a:schemeClr val="tx1"/>
              </a:solidFill>
            </a:endParaRPr>
          </a:p>
        </p:txBody>
      </p:sp>
      <p:sp>
        <p:nvSpPr>
          <p:cNvPr id="1048720" name="文本框 22"/>
          <p:cNvSpPr txBox="1"/>
          <p:nvPr/>
        </p:nvSpPr>
        <p:spPr>
          <a:xfrm>
            <a:off x="5264785" y="4388485"/>
            <a:ext cx="2703830" cy="368300"/>
          </a:xfrm>
          <a:prstGeom prst="rect"/>
          <a:noFill/>
        </p:spPr>
        <p:txBody>
          <a:bodyPr rtlCol="0" wrap="square">
            <a:spAutoFit/>
          </a:bodyPr>
          <a:p>
            <a:pPr algn="ctr"/>
            <a:r>
              <a:rPr altLang="en-US" lang="zh-CN"/>
              <a:t>不同模型性能对比</a:t>
            </a:r>
            <a:endParaRPr altLang="en-US" lang="zh-CN"/>
          </a:p>
        </p:txBody>
      </p:sp>
      <p:sp>
        <p:nvSpPr>
          <p:cNvPr id="1048721" name="文本框 23"/>
          <p:cNvSpPr txBox="1"/>
          <p:nvPr/>
        </p:nvSpPr>
        <p:spPr>
          <a:xfrm>
            <a:off x="5391785" y="5966460"/>
            <a:ext cx="2703830" cy="368300"/>
          </a:xfrm>
          <a:prstGeom prst="rect"/>
          <a:noFill/>
        </p:spPr>
        <p:txBody>
          <a:bodyPr rtlCol="0" wrap="square">
            <a:spAutoFit/>
          </a:bodyPr>
          <a:p>
            <a:pPr algn="ctr"/>
            <a:r>
              <a:rPr altLang="en-US" lang="zh-CN"/>
              <a:t>与国标筛查效率对比</a:t>
            </a:r>
            <a:endParaRPr altLang="en-US" lang="zh-CN"/>
          </a:p>
        </p:txBody>
      </p:sp>
      <p:sp>
        <p:nvSpPr>
          <p:cNvPr id="1048722" name="文本框 24"/>
          <p:cNvSpPr txBox="1"/>
          <p:nvPr/>
        </p:nvSpPr>
        <p:spPr>
          <a:xfrm>
            <a:off x="3136900" y="3794760"/>
            <a:ext cx="1256030" cy="368300"/>
          </a:xfrm>
          <a:prstGeom prst="rect"/>
          <a:noFill/>
        </p:spPr>
        <p:txBody>
          <a:bodyPr rtlCol="0" wrap="square">
            <a:spAutoFit/>
          </a:bodyPr>
          <a:p>
            <a:r>
              <a:rPr altLang="en-US" b="1" lang="zh-CN">
                <a:solidFill>
                  <a:srgbClr val="FF0000"/>
                </a:solidFill>
              </a:rPr>
              <a:t>方差分析</a:t>
            </a:r>
            <a:endParaRPr altLang="en-US" b="1" lang="zh-CN">
              <a:solidFill>
                <a:srgbClr val="FF0000"/>
              </a:solidFill>
            </a:endParaRPr>
          </a:p>
        </p:txBody>
      </p:sp>
      <p:sp>
        <p:nvSpPr>
          <p:cNvPr id="1048723" name="文本框 25"/>
          <p:cNvSpPr txBox="1"/>
          <p:nvPr/>
        </p:nvSpPr>
        <p:spPr>
          <a:xfrm>
            <a:off x="3432810" y="5360670"/>
            <a:ext cx="1256030" cy="368300"/>
          </a:xfrm>
          <a:prstGeom prst="rect"/>
          <a:noFill/>
        </p:spPr>
        <p:txBody>
          <a:bodyPr rtlCol="0" wrap="square">
            <a:spAutoFit/>
          </a:bodyPr>
          <a:p>
            <a:r>
              <a:rPr altLang="zh-CN" b="1" lang="en-US">
                <a:solidFill>
                  <a:srgbClr val="FF0000"/>
                </a:solidFill>
              </a:rPr>
              <a:t>shapley</a:t>
            </a:r>
            <a:endParaRPr altLang="zh-CN" b="1" lang="en-US">
              <a:solidFill>
                <a:srgbClr val="FF0000"/>
              </a:solidFill>
            </a:endParaRPr>
          </a:p>
        </p:txBody>
      </p:sp>
      <p:sp>
        <p:nvSpPr>
          <p:cNvPr id="1048724" name="文本框 27"/>
          <p:cNvSpPr txBox="1"/>
          <p:nvPr/>
        </p:nvSpPr>
        <p:spPr>
          <a:xfrm>
            <a:off x="802005" y="5641340"/>
            <a:ext cx="1256030" cy="368300"/>
          </a:xfrm>
          <a:prstGeom prst="rect"/>
          <a:noFill/>
        </p:spPr>
        <p:txBody>
          <a:bodyPr rtlCol="0" wrap="square">
            <a:spAutoFit/>
          </a:bodyPr>
          <a:p>
            <a:r>
              <a:rPr altLang="en-US" b="1" lang="zh-CN">
                <a:solidFill>
                  <a:srgbClr val="FF0000"/>
                </a:solidFill>
              </a:rPr>
              <a:t>相关分析</a:t>
            </a:r>
            <a:endParaRPr altLang="en-US" b="1" lang="zh-CN">
              <a:solidFill>
                <a:srgbClr val="FF0000"/>
              </a:solidFill>
            </a:endParaRPr>
          </a:p>
        </p:txBody>
      </p:sp>
      <p:sp>
        <p:nvSpPr>
          <p:cNvPr id="1048725" name="文本框 29"/>
          <p:cNvSpPr txBox="1"/>
          <p:nvPr/>
        </p:nvSpPr>
        <p:spPr>
          <a:xfrm>
            <a:off x="479425" y="3751580"/>
            <a:ext cx="1578610" cy="368300"/>
          </a:xfrm>
          <a:prstGeom prst="rect"/>
          <a:noFill/>
        </p:spPr>
        <p:txBody>
          <a:bodyPr rtlCol="0" wrap="square">
            <a:spAutoFit/>
          </a:bodyPr>
          <a:p>
            <a:r>
              <a:rPr altLang="en-US" b="1" lang="zh-CN">
                <a:solidFill>
                  <a:srgbClr val="FF0000"/>
                </a:solidFill>
              </a:rPr>
              <a:t>土壤作物对应</a:t>
            </a:r>
            <a:endParaRPr altLang="en-US" b="1" lang="zh-CN">
              <a:solidFill>
                <a:srgbClr val="FF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36" name=""/>
        <p:cNvGrpSpPr/>
        <p:nvPr/>
      </p:nvGrpSpPr>
      <p:grpSpPr>
        <a:xfrm/>
      </p:grpSpPr>
      <p:sp>
        <p:nvSpPr>
          <p:cNvPr id="1048726" name="圆角矩形 6"/>
          <p:cNvSpPr/>
          <p:nvPr/>
        </p:nvSpPr>
        <p:spPr>
          <a:xfrm>
            <a:off x="1691640" y="556260"/>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监测数据</a:t>
            </a:r>
            <a:endParaRPr altLang="en-US" lang="zh-CN"/>
          </a:p>
        </p:txBody>
      </p:sp>
      <p:sp>
        <p:nvSpPr>
          <p:cNvPr id="1048727" name="圆角矩形 3"/>
          <p:cNvSpPr/>
          <p:nvPr/>
        </p:nvSpPr>
        <p:spPr>
          <a:xfrm>
            <a:off x="1691640" y="143573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空间聚类</a:t>
            </a:r>
            <a:endParaRPr altLang="en-US" lang="zh-CN"/>
          </a:p>
        </p:txBody>
      </p:sp>
      <p:sp>
        <p:nvSpPr>
          <p:cNvPr id="1048728" name="圆角矩形 4"/>
          <p:cNvSpPr/>
          <p:nvPr/>
        </p:nvSpPr>
        <p:spPr>
          <a:xfrm>
            <a:off x="1691640" y="2188210"/>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方差分析</a:t>
            </a:r>
            <a:endParaRPr altLang="en-US" lang="zh-CN"/>
          </a:p>
        </p:txBody>
      </p:sp>
      <p:sp>
        <p:nvSpPr>
          <p:cNvPr id="1048729" name="圆角矩形 5"/>
          <p:cNvSpPr/>
          <p:nvPr/>
        </p:nvSpPr>
        <p:spPr>
          <a:xfrm>
            <a:off x="1691640" y="3078480"/>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相关分析</a:t>
            </a:r>
            <a:endParaRPr altLang="en-US" lang="zh-CN"/>
          </a:p>
        </p:txBody>
      </p:sp>
      <p:sp>
        <p:nvSpPr>
          <p:cNvPr id="1048730" name="圆角矩形 7"/>
          <p:cNvSpPr/>
          <p:nvPr/>
        </p:nvSpPr>
        <p:spPr>
          <a:xfrm>
            <a:off x="1691640" y="3968750"/>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回归拟合</a:t>
            </a:r>
            <a:endParaRPr altLang="en-US" lang="zh-CN"/>
          </a:p>
        </p:txBody>
      </p:sp>
      <p:sp>
        <p:nvSpPr>
          <p:cNvPr id="1048731" name="圆角矩形 8"/>
          <p:cNvSpPr/>
          <p:nvPr/>
        </p:nvSpPr>
        <p:spPr>
          <a:xfrm>
            <a:off x="1691640" y="472122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zh-CN" lang="en-US"/>
              <a:t>shapley</a:t>
            </a:r>
            <a:r>
              <a:rPr altLang="en-US" lang="zh-CN"/>
              <a:t>计算</a:t>
            </a:r>
            <a:endParaRPr altLang="en-US" lang="zh-CN"/>
          </a:p>
        </p:txBody>
      </p:sp>
      <p:cxnSp>
        <p:nvCxnSpPr>
          <p:cNvPr id="3145809" name="肘形连接符 9"/>
          <p:cNvCxnSpPr>
            <a:cxnSpLocks/>
            <a:stCxn id="1048732" idx="1"/>
            <a:endCxn id="1048730" idx="1"/>
          </p:cNvCxnSpPr>
          <p:nvPr/>
        </p:nvCxnSpPr>
        <p:spPr>
          <a:xfrm rot="10800000" flipH="1">
            <a:off x="1691640" y="4210050"/>
            <a:ext cx="3175" cy="1504950"/>
          </a:xfrm>
          <a:prstGeom prst="bentConnector3">
            <a:avLst>
              <a:gd name="adj1" fmla="val -7500000"/>
            </a:avLst>
          </a:prstGeom>
          <a:ln>
            <a:tailEnd type="arrow"/>
          </a:ln>
        </p:spPr>
        <p:style>
          <a:lnRef idx="2">
            <a:schemeClr val="accent1"/>
          </a:lnRef>
          <a:fillRef idx="0">
            <a:srgbClr val="FFFFFF"/>
          </a:fillRef>
          <a:effectRef idx="0">
            <a:srgbClr val="FFFFFF"/>
          </a:effectRef>
          <a:fontRef idx="minor">
            <a:schemeClr val="tx1"/>
          </a:fontRef>
        </p:style>
      </p:cxnSp>
      <p:sp>
        <p:nvSpPr>
          <p:cNvPr id="1048732" name="圆角矩形 10"/>
          <p:cNvSpPr/>
          <p:nvPr/>
        </p:nvSpPr>
        <p:spPr>
          <a:xfrm>
            <a:off x="1691640" y="5473700"/>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指标筛选</a:t>
            </a:r>
            <a:endParaRPr altLang="en-US" lang="zh-CN"/>
          </a:p>
        </p:txBody>
      </p:sp>
      <p:cxnSp>
        <p:nvCxnSpPr>
          <p:cNvPr id="3145810" name="直接箭头连接符 11"/>
          <p:cNvCxnSpPr>
            <a:cxnSpLocks/>
            <a:stCxn id="1048726" idx="2"/>
            <a:endCxn id="1048727" idx="0"/>
          </p:cNvCxnSpPr>
          <p:nvPr/>
        </p:nvCxnSpPr>
        <p:spPr>
          <a:xfrm>
            <a:off x="2423795" y="1038860"/>
            <a:ext cx="0" cy="396875"/>
          </a:xfrm>
          <a:prstGeom prst="straightConnector1"/>
          <a:ln>
            <a:tailEnd type="arrow"/>
          </a:ln>
        </p:spPr>
        <p:style>
          <a:lnRef idx="2">
            <a:schemeClr val="accent1"/>
          </a:lnRef>
          <a:fillRef idx="0">
            <a:srgbClr val="FFFFFF"/>
          </a:fillRef>
          <a:effectRef idx="0">
            <a:srgbClr val="FFFFFF"/>
          </a:effectRef>
          <a:fontRef idx="minor">
            <a:schemeClr val="tx1"/>
          </a:fontRef>
        </p:style>
      </p:cxnSp>
      <p:cxnSp>
        <p:nvCxnSpPr>
          <p:cNvPr id="3145811" name="直接箭头连接符 12"/>
          <p:cNvCxnSpPr>
            <a:cxnSpLocks/>
            <a:stCxn id="1048727" idx="2"/>
            <a:endCxn id="1048728" idx="0"/>
          </p:cNvCxnSpPr>
          <p:nvPr/>
        </p:nvCxnSpPr>
        <p:spPr>
          <a:xfrm>
            <a:off x="2423795" y="1918335"/>
            <a:ext cx="0" cy="269875"/>
          </a:xfrm>
          <a:prstGeom prst="straightConnector1"/>
          <a:ln>
            <a:tailEnd type="arrow"/>
          </a:ln>
        </p:spPr>
        <p:style>
          <a:lnRef idx="2">
            <a:schemeClr val="accent1"/>
          </a:lnRef>
          <a:fillRef idx="0">
            <a:srgbClr val="FFFFFF"/>
          </a:fillRef>
          <a:effectRef idx="0">
            <a:srgbClr val="FFFFFF"/>
          </a:effectRef>
          <a:fontRef idx="minor">
            <a:schemeClr val="tx1"/>
          </a:fontRef>
        </p:style>
      </p:cxnSp>
      <p:cxnSp>
        <p:nvCxnSpPr>
          <p:cNvPr id="3145812" name="直接箭头连接符 13"/>
          <p:cNvCxnSpPr>
            <a:cxnSpLocks/>
            <a:stCxn id="1048728" idx="2"/>
            <a:endCxn id="1048729" idx="0"/>
          </p:cNvCxnSpPr>
          <p:nvPr/>
        </p:nvCxnSpPr>
        <p:spPr>
          <a:xfrm>
            <a:off x="2423795" y="2670810"/>
            <a:ext cx="0" cy="407670"/>
          </a:xfrm>
          <a:prstGeom prst="straightConnector1"/>
          <a:ln>
            <a:tailEnd type="arrow"/>
          </a:ln>
        </p:spPr>
        <p:style>
          <a:lnRef idx="2">
            <a:schemeClr val="accent1"/>
          </a:lnRef>
          <a:fillRef idx="0">
            <a:srgbClr val="FFFFFF"/>
          </a:fillRef>
          <a:effectRef idx="0">
            <a:srgbClr val="FFFFFF"/>
          </a:effectRef>
          <a:fontRef idx="minor">
            <a:schemeClr val="tx1"/>
          </a:fontRef>
        </p:style>
      </p:cxnSp>
      <p:cxnSp>
        <p:nvCxnSpPr>
          <p:cNvPr id="3145813" name="直接箭头连接符 14"/>
          <p:cNvCxnSpPr>
            <a:cxnSpLocks/>
            <a:stCxn id="1048729" idx="2"/>
            <a:endCxn id="1048730" idx="0"/>
          </p:cNvCxnSpPr>
          <p:nvPr/>
        </p:nvCxnSpPr>
        <p:spPr>
          <a:xfrm>
            <a:off x="2423795" y="3561080"/>
            <a:ext cx="0" cy="407670"/>
          </a:xfrm>
          <a:prstGeom prst="straightConnector1"/>
          <a:ln>
            <a:tailEnd type="arrow"/>
          </a:ln>
        </p:spPr>
        <p:style>
          <a:lnRef idx="2">
            <a:schemeClr val="accent1"/>
          </a:lnRef>
          <a:fillRef idx="0">
            <a:srgbClr val="FFFFFF"/>
          </a:fillRef>
          <a:effectRef idx="0">
            <a:srgbClr val="FFFFFF"/>
          </a:effectRef>
          <a:fontRef idx="minor">
            <a:schemeClr val="tx1"/>
          </a:fontRef>
        </p:style>
      </p:cxnSp>
      <p:cxnSp>
        <p:nvCxnSpPr>
          <p:cNvPr id="3145814" name="直接箭头连接符 15"/>
          <p:cNvCxnSpPr>
            <a:cxnSpLocks/>
            <a:stCxn id="1048730" idx="2"/>
            <a:endCxn id="1048731" idx="0"/>
          </p:cNvCxnSpPr>
          <p:nvPr/>
        </p:nvCxnSpPr>
        <p:spPr>
          <a:xfrm>
            <a:off x="2423795" y="4451350"/>
            <a:ext cx="0" cy="269875"/>
          </a:xfrm>
          <a:prstGeom prst="straightConnector1"/>
          <a:ln>
            <a:tailEnd type="arrow"/>
          </a:ln>
        </p:spPr>
        <p:style>
          <a:lnRef idx="2">
            <a:schemeClr val="accent1"/>
          </a:lnRef>
          <a:fillRef idx="0">
            <a:srgbClr val="FFFFFF"/>
          </a:fillRef>
          <a:effectRef idx="0">
            <a:srgbClr val="FFFFFF"/>
          </a:effectRef>
          <a:fontRef idx="minor">
            <a:schemeClr val="tx1"/>
          </a:fontRef>
        </p:style>
      </p:cxnSp>
      <p:cxnSp>
        <p:nvCxnSpPr>
          <p:cNvPr id="3145815" name="直接箭头连接符 16"/>
          <p:cNvCxnSpPr>
            <a:cxnSpLocks/>
            <a:stCxn id="1048731" idx="2"/>
            <a:endCxn id="1048732" idx="0"/>
          </p:cNvCxnSpPr>
          <p:nvPr/>
        </p:nvCxnSpPr>
        <p:spPr>
          <a:xfrm>
            <a:off x="2423795" y="5203825"/>
            <a:ext cx="0" cy="269875"/>
          </a:xfrm>
          <a:prstGeom prst="straightConnector1"/>
          <a:ln>
            <a:tailEnd type="arrow"/>
          </a:ln>
        </p:spPr>
        <p:style>
          <a:lnRef idx="2">
            <a:schemeClr val="accent1"/>
          </a:lnRef>
          <a:fillRef idx="0">
            <a:srgbClr val="FFFFFF"/>
          </a:fillRef>
          <a:effectRef idx="0">
            <a:srgbClr val="FFFFFF"/>
          </a:effectRef>
          <a:fontRef idx="minor">
            <a:schemeClr val="tx1"/>
          </a:fontRef>
        </p:style>
      </p:cxnSp>
      <p:sp>
        <p:nvSpPr>
          <p:cNvPr id="1048733" name="圆角矩形 17"/>
          <p:cNvSpPr/>
          <p:nvPr/>
        </p:nvSpPr>
        <p:spPr>
          <a:xfrm>
            <a:off x="4029710" y="5473700"/>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多分类器</a:t>
            </a:r>
            <a:endParaRPr altLang="en-US" lang="zh-CN"/>
          </a:p>
          <a:p>
            <a:pPr algn="ctr"/>
            <a:r>
              <a:rPr altLang="en-US" lang="zh-CN"/>
              <a:t>测试平台</a:t>
            </a:r>
            <a:endParaRPr altLang="en-US" lang="zh-CN"/>
          </a:p>
        </p:txBody>
      </p:sp>
      <p:sp>
        <p:nvSpPr>
          <p:cNvPr id="1048734" name="圆角矩形 18"/>
          <p:cNvSpPr/>
          <p:nvPr/>
        </p:nvSpPr>
        <p:spPr>
          <a:xfrm>
            <a:off x="6367780" y="5473700"/>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数据类型</a:t>
            </a:r>
            <a:endParaRPr altLang="en-US" lang="zh-CN"/>
          </a:p>
          <a:p>
            <a:pPr algn="ctr"/>
            <a:r>
              <a:rPr altLang="en-US" lang="zh-CN"/>
              <a:t>标注</a:t>
            </a:r>
            <a:endParaRPr altLang="en-US" lang="zh-CN"/>
          </a:p>
        </p:txBody>
      </p:sp>
      <p:sp>
        <p:nvSpPr>
          <p:cNvPr id="1048735" name="圆角矩形 19"/>
          <p:cNvSpPr/>
          <p:nvPr/>
        </p:nvSpPr>
        <p:spPr>
          <a:xfrm>
            <a:off x="5363845" y="4451350"/>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易错数据</a:t>
            </a:r>
            <a:endParaRPr altLang="en-US" lang="zh-CN"/>
          </a:p>
        </p:txBody>
      </p:sp>
      <p:sp>
        <p:nvSpPr>
          <p:cNvPr id="1048736" name="圆角矩形 20"/>
          <p:cNvSpPr/>
          <p:nvPr/>
        </p:nvSpPr>
        <p:spPr>
          <a:xfrm>
            <a:off x="7607300" y="4451350"/>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易判数据</a:t>
            </a:r>
            <a:endParaRPr altLang="en-US" lang="zh-CN"/>
          </a:p>
        </p:txBody>
      </p:sp>
      <p:sp>
        <p:nvSpPr>
          <p:cNvPr id="1048737" name="圆角矩形 21"/>
          <p:cNvSpPr/>
          <p:nvPr/>
        </p:nvSpPr>
        <p:spPr>
          <a:xfrm>
            <a:off x="5363845" y="349313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zh-CN" lang="en-US"/>
              <a:t>QDA</a:t>
            </a:r>
            <a:endParaRPr altLang="zh-CN" lang="en-US"/>
          </a:p>
        </p:txBody>
      </p:sp>
      <p:sp>
        <p:nvSpPr>
          <p:cNvPr id="1048738" name="圆角矩形 22"/>
          <p:cNvSpPr/>
          <p:nvPr/>
        </p:nvSpPr>
        <p:spPr>
          <a:xfrm>
            <a:off x="7607300" y="349313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zh-CN" lang="en-US"/>
              <a:t>XGBoost</a:t>
            </a:r>
            <a:endParaRPr altLang="zh-CN" lang="en-US"/>
          </a:p>
        </p:txBody>
      </p:sp>
      <p:sp>
        <p:nvSpPr>
          <p:cNvPr id="1048739" name="圆角矩形 23"/>
          <p:cNvSpPr/>
          <p:nvPr/>
        </p:nvSpPr>
        <p:spPr>
          <a:xfrm>
            <a:off x="3388995" y="349313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超标率统计</a:t>
            </a:r>
            <a:endParaRPr altLang="en-US" lang="zh-CN"/>
          </a:p>
        </p:txBody>
      </p:sp>
      <p:cxnSp>
        <p:nvCxnSpPr>
          <p:cNvPr id="3145816" name="肘形连接符 24"/>
          <p:cNvCxnSpPr>
            <a:cxnSpLocks/>
            <a:stCxn id="1048735" idx="1"/>
            <a:endCxn id="1048739" idx="2"/>
          </p:cNvCxnSpPr>
          <p:nvPr/>
        </p:nvCxnSpPr>
        <p:spPr>
          <a:xfrm rot="10800000">
            <a:off x="4121150" y="3975735"/>
            <a:ext cx="1242695" cy="716915"/>
          </a:xfrm>
          <a:prstGeom prst="bentConnector2"/>
          <a:ln>
            <a:tailEnd type="arrow"/>
          </a:ln>
        </p:spPr>
        <p:style>
          <a:lnRef idx="2">
            <a:schemeClr val="accent1"/>
          </a:lnRef>
          <a:fillRef idx="0">
            <a:srgbClr val="FFFFFF"/>
          </a:fillRef>
          <a:effectRef idx="0">
            <a:srgbClr val="FFFFFF"/>
          </a:effectRef>
          <a:fontRef idx="minor">
            <a:schemeClr val="tx1"/>
          </a:fontRef>
        </p:style>
      </p:cxnSp>
      <p:cxnSp>
        <p:nvCxnSpPr>
          <p:cNvPr id="3145817" name="直接箭头连接符 25"/>
          <p:cNvCxnSpPr>
            <a:cxnSpLocks/>
            <a:stCxn id="1048739" idx="3"/>
            <a:endCxn id="1048737" idx="1"/>
          </p:cNvCxnSpPr>
          <p:nvPr/>
        </p:nvCxnSpPr>
        <p:spPr>
          <a:xfrm>
            <a:off x="4852670" y="3734435"/>
            <a:ext cx="511175" cy="0"/>
          </a:xfrm>
          <a:prstGeom prst="straightConnector1"/>
          <a:ln>
            <a:tailEnd type="arrow"/>
          </a:ln>
        </p:spPr>
        <p:style>
          <a:lnRef idx="2">
            <a:schemeClr val="accent1"/>
          </a:lnRef>
          <a:fillRef idx="0">
            <a:srgbClr val="FFFFFF"/>
          </a:fillRef>
          <a:effectRef idx="0">
            <a:srgbClr val="FFFFFF"/>
          </a:effectRef>
          <a:fontRef idx="minor">
            <a:schemeClr val="tx1"/>
          </a:fontRef>
        </p:style>
      </p:cxnSp>
      <p:cxnSp>
        <p:nvCxnSpPr>
          <p:cNvPr id="3145818" name="直接箭头连接符 26"/>
          <p:cNvCxnSpPr>
            <a:cxnSpLocks/>
            <a:stCxn id="1048735" idx="0"/>
            <a:endCxn id="1048737" idx="2"/>
          </p:cNvCxnSpPr>
          <p:nvPr/>
        </p:nvCxnSpPr>
        <p:spPr>
          <a:xfrm flipV="1">
            <a:off x="6096000" y="3975735"/>
            <a:ext cx="0" cy="475615"/>
          </a:xfrm>
          <a:prstGeom prst="straightConnector1"/>
          <a:ln>
            <a:tailEnd type="arrow"/>
          </a:ln>
        </p:spPr>
        <p:style>
          <a:lnRef idx="2">
            <a:schemeClr val="accent1"/>
          </a:lnRef>
          <a:fillRef idx="0">
            <a:srgbClr val="FFFFFF"/>
          </a:fillRef>
          <a:effectRef idx="0">
            <a:srgbClr val="FFFFFF"/>
          </a:effectRef>
          <a:fontRef idx="minor">
            <a:schemeClr val="tx1"/>
          </a:fontRef>
        </p:style>
      </p:cxnSp>
      <p:sp>
        <p:nvSpPr>
          <p:cNvPr id="1048740" name="文本框 27"/>
          <p:cNvSpPr txBox="1"/>
          <p:nvPr/>
        </p:nvSpPr>
        <p:spPr>
          <a:xfrm>
            <a:off x="4638040" y="3128645"/>
            <a:ext cx="1151255" cy="368300"/>
          </a:xfrm>
          <a:prstGeom prst="rect"/>
          <a:noFill/>
        </p:spPr>
        <p:txBody>
          <a:bodyPr rtlCol="0" wrap="square">
            <a:spAutoFit/>
          </a:bodyPr>
          <a:p>
            <a:r>
              <a:rPr altLang="en-US" lang="zh-CN"/>
              <a:t>先验概率</a:t>
            </a:r>
            <a:endParaRPr altLang="en-US" lang="zh-CN"/>
          </a:p>
        </p:txBody>
      </p:sp>
      <p:cxnSp>
        <p:nvCxnSpPr>
          <p:cNvPr id="3145819" name="直接箭头连接符 28"/>
          <p:cNvCxnSpPr>
            <a:cxnSpLocks/>
            <a:stCxn id="1048732" idx="3"/>
            <a:endCxn id="1048733" idx="1"/>
          </p:cNvCxnSpPr>
          <p:nvPr/>
        </p:nvCxnSpPr>
        <p:spPr>
          <a:xfrm>
            <a:off x="3155315" y="5715000"/>
            <a:ext cx="874395" cy="0"/>
          </a:xfrm>
          <a:prstGeom prst="straightConnector1"/>
          <a:ln>
            <a:tailEnd type="arrow"/>
          </a:ln>
        </p:spPr>
        <p:style>
          <a:lnRef idx="2">
            <a:schemeClr val="accent1"/>
          </a:lnRef>
          <a:fillRef idx="0">
            <a:srgbClr val="FFFFFF"/>
          </a:fillRef>
          <a:effectRef idx="0">
            <a:srgbClr val="FFFFFF"/>
          </a:effectRef>
          <a:fontRef idx="minor">
            <a:schemeClr val="tx1"/>
          </a:fontRef>
        </p:style>
      </p:cxnSp>
      <p:cxnSp>
        <p:nvCxnSpPr>
          <p:cNvPr id="3145820" name="直接箭头连接符 29"/>
          <p:cNvCxnSpPr>
            <a:cxnSpLocks/>
            <a:stCxn id="1048733" idx="3"/>
            <a:endCxn id="1048734" idx="1"/>
          </p:cNvCxnSpPr>
          <p:nvPr/>
        </p:nvCxnSpPr>
        <p:spPr>
          <a:xfrm>
            <a:off x="5493385" y="5715000"/>
            <a:ext cx="874395" cy="0"/>
          </a:xfrm>
          <a:prstGeom prst="straightConnector1"/>
          <a:ln>
            <a:tailEnd type="arrow"/>
          </a:ln>
        </p:spPr>
        <p:style>
          <a:lnRef idx="2">
            <a:schemeClr val="accent1"/>
          </a:lnRef>
          <a:fillRef idx="0">
            <a:srgbClr val="FFFFFF"/>
          </a:fillRef>
          <a:effectRef idx="0">
            <a:srgbClr val="FFFFFF"/>
          </a:effectRef>
          <a:fontRef idx="minor">
            <a:schemeClr val="tx1"/>
          </a:fontRef>
        </p:style>
      </p:cxnSp>
      <p:cxnSp>
        <p:nvCxnSpPr>
          <p:cNvPr id="3145821" name="肘形连接符 30"/>
          <p:cNvCxnSpPr>
            <a:cxnSpLocks/>
            <a:stCxn id="1048734" idx="0"/>
            <a:endCxn id="1048736" idx="2"/>
          </p:cNvCxnSpPr>
          <p:nvPr/>
        </p:nvCxnSpPr>
        <p:spPr>
          <a:xfrm rot="16200000">
            <a:off x="7449820" y="4584065"/>
            <a:ext cx="539750" cy="1239520"/>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cxnSp>
        <p:nvCxnSpPr>
          <p:cNvPr id="3145822" name="肘形连接符 31"/>
          <p:cNvCxnSpPr>
            <a:cxnSpLocks/>
            <a:stCxn id="1048734" idx="0"/>
            <a:endCxn id="1048735" idx="2"/>
          </p:cNvCxnSpPr>
          <p:nvPr/>
        </p:nvCxnSpPr>
        <p:spPr>
          <a:xfrm rot="16200000" flipV="1">
            <a:off x="6327775" y="4702175"/>
            <a:ext cx="539750" cy="1003935"/>
          </a:xfrm>
          <a:prstGeom prst="bentConnector3">
            <a:avLst>
              <a:gd name="adj1" fmla="val 50059"/>
            </a:avLst>
          </a:prstGeom>
          <a:ln>
            <a:tailEnd type="arrow"/>
          </a:ln>
        </p:spPr>
        <p:style>
          <a:lnRef idx="2">
            <a:schemeClr val="accent1"/>
          </a:lnRef>
          <a:fillRef idx="0">
            <a:srgbClr val="FFFFFF"/>
          </a:fillRef>
          <a:effectRef idx="0">
            <a:srgbClr val="FFFFFF"/>
          </a:effectRef>
          <a:fontRef idx="minor">
            <a:schemeClr val="tx1"/>
          </a:fontRef>
        </p:style>
      </p:cxnSp>
      <p:cxnSp>
        <p:nvCxnSpPr>
          <p:cNvPr id="3145823" name="直接箭头连接符 32"/>
          <p:cNvCxnSpPr>
            <a:cxnSpLocks/>
            <a:stCxn id="1048736" idx="0"/>
            <a:endCxn id="1048738" idx="2"/>
          </p:cNvCxnSpPr>
          <p:nvPr/>
        </p:nvCxnSpPr>
        <p:spPr>
          <a:xfrm flipV="1">
            <a:off x="8339455" y="3975735"/>
            <a:ext cx="0" cy="475615"/>
          </a:xfrm>
          <a:prstGeom prst="straightConnector1"/>
          <a:ln>
            <a:tailEnd type="arrow"/>
          </a:ln>
        </p:spPr>
        <p:style>
          <a:lnRef idx="2">
            <a:schemeClr val="accent1"/>
          </a:lnRef>
          <a:fillRef idx="0">
            <a:srgbClr val="FFFFFF"/>
          </a:fillRef>
          <a:effectRef idx="0">
            <a:srgbClr val="FFFFFF"/>
          </a:effectRef>
          <a:fontRef idx="minor">
            <a:schemeClr val="tx1"/>
          </a:fontRef>
        </p:style>
      </p:cxnSp>
      <p:sp>
        <p:nvSpPr>
          <p:cNvPr id="1048741" name="圆角矩形 33"/>
          <p:cNvSpPr/>
          <p:nvPr/>
        </p:nvSpPr>
        <p:spPr>
          <a:xfrm>
            <a:off x="3646170" y="556260"/>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空间插值</a:t>
            </a:r>
            <a:endParaRPr altLang="en-US" lang="zh-CN"/>
          </a:p>
        </p:txBody>
      </p:sp>
      <p:sp>
        <p:nvSpPr>
          <p:cNvPr id="1048742" name="圆角矩形 34"/>
          <p:cNvSpPr/>
          <p:nvPr/>
        </p:nvSpPr>
        <p:spPr>
          <a:xfrm>
            <a:off x="5789295" y="556260"/>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栅格化</a:t>
            </a:r>
            <a:endParaRPr altLang="en-US" lang="zh-CN"/>
          </a:p>
        </p:txBody>
      </p:sp>
      <p:sp>
        <p:nvSpPr>
          <p:cNvPr id="1048743" name="圆角矩形 35"/>
          <p:cNvSpPr/>
          <p:nvPr/>
        </p:nvSpPr>
        <p:spPr>
          <a:xfrm>
            <a:off x="5789295" y="145605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空间聚类</a:t>
            </a:r>
            <a:endParaRPr altLang="en-US" lang="zh-CN"/>
          </a:p>
        </p:txBody>
      </p:sp>
      <p:sp>
        <p:nvSpPr>
          <p:cNvPr id="1048744" name="圆角矩形 36"/>
          <p:cNvSpPr/>
          <p:nvPr/>
        </p:nvSpPr>
        <p:spPr>
          <a:xfrm>
            <a:off x="6548120" y="2534920"/>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模型性能</a:t>
            </a:r>
            <a:endParaRPr altLang="en-US" lang="zh-CN"/>
          </a:p>
          <a:p>
            <a:pPr algn="ctr"/>
            <a:r>
              <a:rPr altLang="en-US" lang="zh-CN"/>
              <a:t>检验</a:t>
            </a:r>
            <a:endParaRPr altLang="en-US" lang="zh-CN"/>
          </a:p>
        </p:txBody>
      </p:sp>
      <p:sp>
        <p:nvSpPr>
          <p:cNvPr id="1048745" name="圆角矩形 37"/>
          <p:cNvSpPr/>
          <p:nvPr/>
        </p:nvSpPr>
        <p:spPr>
          <a:xfrm>
            <a:off x="10110470" y="2534920"/>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输出图片</a:t>
            </a:r>
            <a:endParaRPr altLang="en-US" lang="zh-CN"/>
          </a:p>
        </p:txBody>
      </p:sp>
      <p:sp>
        <p:nvSpPr>
          <p:cNvPr id="1048746" name="圆角矩形 38"/>
          <p:cNvSpPr/>
          <p:nvPr/>
        </p:nvSpPr>
        <p:spPr>
          <a:xfrm>
            <a:off x="8339455" y="1435735"/>
            <a:ext cx="1463675" cy="482600"/>
          </a:xfrm>
          <a:prstGeom prst="roundRect"/>
        </p:spPr>
        <p:style>
          <a:lnRef idx="2">
            <a:schemeClr val="accent1">
              <a:lumMod val="75000"/>
            </a:schemeClr>
          </a:lnRef>
          <a:fillRef idx="1">
            <a:schemeClr val="accent1"/>
          </a:fillRef>
          <a:effectRef idx="0">
            <a:srgbClr val="FFFFFF"/>
          </a:effectRef>
          <a:fontRef idx="minor">
            <a:schemeClr val="lt1"/>
          </a:fontRef>
        </p:style>
        <p:txBody>
          <a:bodyPr anchor="ctr" rtlCol="0"/>
          <a:p>
            <a:pPr algn="ctr"/>
            <a:r>
              <a:rPr altLang="en-US" lang="zh-CN"/>
              <a:t>风险区分析</a:t>
            </a:r>
            <a:endParaRPr altLang="en-US" lang="zh-CN"/>
          </a:p>
        </p:txBody>
      </p:sp>
      <p:cxnSp>
        <p:nvCxnSpPr>
          <p:cNvPr id="3145824" name="直接箭头连接符 39"/>
          <p:cNvCxnSpPr>
            <a:cxnSpLocks/>
            <a:stCxn id="1048726" idx="3"/>
            <a:endCxn id="1048741" idx="1"/>
          </p:cNvCxnSpPr>
          <p:nvPr/>
        </p:nvCxnSpPr>
        <p:spPr>
          <a:xfrm>
            <a:off x="3155315" y="797560"/>
            <a:ext cx="490855" cy="0"/>
          </a:xfrm>
          <a:prstGeom prst="straightConnector1"/>
          <a:ln>
            <a:tailEnd type="arrow"/>
          </a:ln>
        </p:spPr>
        <p:style>
          <a:lnRef idx="2">
            <a:schemeClr val="accent1"/>
          </a:lnRef>
          <a:fillRef idx="0">
            <a:srgbClr val="FFFFFF"/>
          </a:fillRef>
          <a:effectRef idx="0">
            <a:srgbClr val="FFFFFF"/>
          </a:effectRef>
          <a:fontRef idx="minor">
            <a:schemeClr val="tx1"/>
          </a:fontRef>
        </p:style>
      </p:cxnSp>
      <p:cxnSp>
        <p:nvCxnSpPr>
          <p:cNvPr id="3145825" name="直接箭头连接符 40"/>
          <p:cNvCxnSpPr>
            <a:cxnSpLocks/>
            <a:stCxn id="1048741" idx="3"/>
            <a:endCxn id="1048742" idx="1"/>
          </p:cNvCxnSpPr>
          <p:nvPr/>
        </p:nvCxnSpPr>
        <p:spPr>
          <a:xfrm>
            <a:off x="5109845" y="797560"/>
            <a:ext cx="679450" cy="0"/>
          </a:xfrm>
          <a:prstGeom prst="straightConnector1"/>
          <a:ln>
            <a:tailEnd type="arrow"/>
          </a:ln>
        </p:spPr>
        <p:style>
          <a:lnRef idx="2">
            <a:schemeClr val="accent1"/>
          </a:lnRef>
          <a:fillRef idx="0">
            <a:srgbClr val="FFFFFF"/>
          </a:fillRef>
          <a:effectRef idx="0">
            <a:srgbClr val="FFFFFF"/>
          </a:effectRef>
          <a:fontRef idx="minor">
            <a:schemeClr val="tx1"/>
          </a:fontRef>
        </p:style>
      </p:cxnSp>
      <p:cxnSp>
        <p:nvCxnSpPr>
          <p:cNvPr id="3145826" name="直接箭头连接符 41"/>
          <p:cNvCxnSpPr>
            <a:cxnSpLocks/>
            <a:stCxn id="1048742" idx="2"/>
            <a:endCxn id="1048743" idx="0"/>
          </p:cNvCxnSpPr>
          <p:nvPr/>
        </p:nvCxnSpPr>
        <p:spPr>
          <a:xfrm>
            <a:off x="6521450" y="1038860"/>
            <a:ext cx="0" cy="417195"/>
          </a:xfrm>
          <a:prstGeom prst="straightConnector1"/>
          <a:ln>
            <a:tailEnd type="arrow"/>
          </a:ln>
        </p:spPr>
        <p:style>
          <a:lnRef idx="2">
            <a:schemeClr val="accent1"/>
          </a:lnRef>
          <a:fillRef idx="0">
            <a:srgbClr val="FFFFFF"/>
          </a:fillRef>
          <a:effectRef idx="0">
            <a:srgbClr val="FFFFFF"/>
          </a:effectRef>
          <a:fontRef idx="minor">
            <a:schemeClr val="tx1"/>
          </a:fontRef>
        </p:style>
      </p:cxnSp>
      <p:cxnSp>
        <p:nvCxnSpPr>
          <p:cNvPr id="3145827" name="肘形连接符 42"/>
          <p:cNvCxnSpPr>
            <a:cxnSpLocks/>
            <a:stCxn id="1048738" idx="0"/>
            <a:endCxn id="1048744" idx="2"/>
          </p:cNvCxnSpPr>
          <p:nvPr/>
        </p:nvCxnSpPr>
        <p:spPr>
          <a:xfrm rot="16200000" flipV="1">
            <a:off x="7571740" y="2725420"/>
            <a:ext cx="475615" cy="1059180"/>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cxnSp>
        <p:nvCxnSpPr>
          <p:cNvPr id="3145828" name="肘形连接符 43"/>
          <p:cNvCxnSpPr>
            <a:cxnSpLocks/>
            <a:stCxn id="1048737" idx="0"/>
            <a:endCxn id="1048744" idx="2"/>
          </p:cNvCxnSpPr>
          <p:nvPr/>
        </p:nvCxnSpPr>
        <p:spPr>
          <a:xfrm rot="16200000">
            <a:off x="6449695" y="2663190"/>
            <a:ext cx="475615" cy="1184275"/>
          </a:xfrm>
          <a:prstGeom prst="bentConnector3">
            <a:avLst>
              <a:gd name="adj1" fmla="val 49933"/>
            </a:avLst>
          </a:prstGeom>
          <a:ln>
            <a:tailEnd type="arrow"/>
          </a:ln>
        </p:spPr>
        <p:style>
          <a:lnRef idx="2">
            <a:schemeClr val="accent1"/>
          </a:lnRef>
          <a:fillRef idx="0">
            <a:srgbClr val="FFFFFF"/>
          </a:fillRef>
          <a:effectRef idx="0">
            <a:srgbClr val="FFFFFF"/>
          </a:effectRef>
          <a:fontRef idx="minor">
            <a:schemeClr val="tx1"/>
          </a:fontRef>
        </p:style>
      </p:cxnSp>
      <p:cxnSp>
        <p:nvCxnSpPr>
          <p:cNvPr id="3145829" name="肘形连接符 44"/>
          <p:cNvCxnSpPr>
            <a:cxnSpLocks/>
            <a:stCxn id="1048744" idx="0"/>
            <a:endCxn id="1048746" idx="2"/>
          </p:cNvCxnSpPr>
          <p:nvPr/>
        </p:nvCxnSpPr>
        <p:spPr>
          <a:xfrm rot="16200000">
            <a:off x="7867650" y="1330960"/>
            <a:ext cx="616585" cy="1791335"/>
          </a:xfrm>
          <a:prstGeom prst="bentConnector3">
            <a:avLst>
              <a:gd name="adj1" fmla="val 49949"/>
            </a:avLst>
          </a:prstGeom>
          <a:ln>
            <a:tailEnd type="arrow"/>
          </a:ln>
        </p:spPr>
        <p:style>
          <a:lnRef idx="2">
            <a:schemeClr val="accent1"/>
          </a:lnRef>
          <a:fillRef idx="0">
            <a:srgbClr val="FFFFFF"/>
          </a:fillRef>
          <a:effectRef idx="0">
            <a:srgbClr val="FFFFFF"/>
          </a:effectRef>
          <a:fontRef idx="minor">
            <a:schemeClr val="tx1"/>
          </a:fontRef>
        </p:style>
      </p:cxnSp>
      <p:cxnSp>
        <p:nvCxnSpPr>
          <p:cNvPr id="3145830" name="直接箭头连接符 45"/>
          <p:cNvCxnSpPr>
            <a:cxnSpLocks/>
            <a:stCxn id="1048743" idx="3"/>
            <a:endCxn id="1048746" idx="1"/>
          </p:cNvCxnSpPr>
          <p:nvPr/>
        </p:nvCxnSpPr>
        <p:spPr>
          <a:xfrm flipV="1">
            <a:off x="7252970" y="1677035"/>
            <a:ext cx="1086485" cy="20320"/>
          </a:xfrm>
          <a:prstGeom prst="straightConnector1"/>
          <a:ln>
            <a:tailEnd type="arrow"/>
          </a:ln>
        </p:spPr>
        <p:style>
          <a:lnRef idx="2">
            <a:schemeClr val="accent1"/>
          </a:lnRef>
          <a:fillRef idx="0">
            <a:srgbClr val="FFFFFF"/>
          </a:fillRef>
          <a:effectRef idx="0">
            <a:srgbClr val="FFFFFF"/>
          </a:effectRef>
          <a:fontRef idx="minor">
            <a:schemeClr val="tx1"/>
          </a:fontRef>
        </p:style>
      </p:cxnSp>
      <p:cxnSp>
        <p:nvCxnSpPr>
          <p:cNvPr id="3145831" name="肘形连接符 46"/>
          <p:cNvCxnSpPr>
            <a:cxnSpLocks/>
            <a:stCxn id="1048746" idx="3"/>
            <a:endCxn id="1048745" idx="0"/>
          </p:cNvCxnSpPr>
          <p:nvPr/>
        </p:nvCxnSpPr>
        <p:spPr>
          <a:xfrm>
            <a:off x="9803130" y="1677035"/>
            <a:ext cx="1039495" cy="857885"/>
          </a:xfrm>
          <a:prstGeom prst="bentConnector2"/>
          <a:ln>
            <a:tailEnd type="arrow"/>
          </a:ln>
        </p:spPr>
        <p:style>
          <a:lnRef idx="2">
            <a:schemeClr val="accent1"/>
          </a:lnRef>
          <a:fillRef idx="0">
            <a:srgbClr val="FFFFFF"/>
          </a:fillRef>
          <a:effectRef idx="0">
            <a:srgbClr val="FFFFFF"/>
          </a:effectRef>
          <a:fontRef idx="minor">
            <a:schemeClr val="tx1"/>
          </a:fontRef>
        </p:style>
      </p:cxnSp>
      <p:cxnSp>
        <p:nvCxnSpPr>
          <p:cNvPr id="3145832" name="直接箭头连接符 47"/>
          <p:cNvCxnSpPr>
            <a:cxnSpLocks/>
            <a:stCxn id="1048744" idx="3"/>
            <a:endCxn id="1048745" idx="1"/>
          </p:cNvCxnSpPr>
          <p:nvPr/>
        </p:nvCxnSpPr>
        <p:spPr>
          <a:xfrm>
            <a:off x="8011795" y="2776220"/>
            <a:ext cx="2098675" cy="0"/>
          </a:xfrm>
          <a:prstGeom prst="straightConnector1"/>
          <a:ln>
            <a:tailEnd type="arrow"/>
          </a:ln>
        </p:spPr>
        <p:style>
          <a:lnRef idx="2">
            <a:schemeClr val="accent1"/>
          </a:lnRef>
          <a:fillRef idx="0">
            <a:srgbClr val="FFFFFF"/>
          </a:fillRef>
          <a:effectRef idx="0">
            <a:srgbClr val="FFFFFF"/>
          </a:effectRef>
          <a:fontRef idx="minor">
            <a:schemeClr val="tx1"/>
          </a:fontRef>
        </p:style>
      </p:cxnSp>
      <mc:AlternateContent xmlns:mc="http://schemas.openxmlformats.org/markup-compatibility/2006">
        <mc:Choice xmlns:p14="http://schemas.microsoft.com/office/powerpoint/2010/main" Requires="p14">
          <p:contentPart p14:bwMode="auto" r:id="rId1">
            <p14:nvContentPartPr>
              <p14:cNvPr id="1048820" name=""/>
              <p14:cNvContentPartPr/>
              <p14:nvPr/>
            </p14:nvContentPartPr>
            <p14:xfrm>
              <a:off x="10427022" y="-185806"/>
              <a:ext cx="1384806" cy="1158721"/>
            </p14:xfrm>
          </p:contentPart>
        </mc:Choice>
        <mc:Fallback>
          <p:sp>
            <p:nvSpPr>
              <p:cNvPr id="1048820" name=""/>
              <p:cNvSpPr/>
              <p:nvPr/>
            </p:nvSpPr>
            <p:spPr>
              <a:xfrm>
                <a:off x="10427022" y="-185806"/>
                <a:ext cx="1384806" cy="1158721"/>
              </a:xfrm>
            </p:spPr>
          </p:sp>
        </mc:Fallback>
      </mc:AlternateContent>
      <mc:AlternateContent xmlns:mc="http://schemas.openxmlformats.org/markup-compatibility/2006">
        <mc:Choice xmlns:p14="http://schemas.microsoft.com/office/powerpoint/2010/main" Requires="p14">
          <p:contentPart p14:bwMode="auto" r:id="rId2">
            <p14:nvContentPartPr>
              <p14:cNvPr id="1048821" name=""/>
              <p14:cNvContentPartPr/>
              <p14:nvPr/>
            </p14:nvContentPartPr>
            <p14:xfrm>
              <a:off x="11341423" y="1038534"/>
              <a:ext cx="93532" cy="60420"/>
            </p14:xfrm>
          </p:contentPart>
        </mc:Choice>
        <mc:Fallback>
          <p:sp>
            <p:nvSpPr>
              <p:cNvPr id="1048821" name=""/>
              <p:cNvSpPr/>
              <p:nvPr/>
            </p:nvSpPr>
            <p:spPr>
              <a:xfrm>
                <a:off x="11341423" y="1038534"/>
                <a:ext cx="93532" cy="60420"/>
              </a:xfrm>
            </p:spPr>
          </p:sp>
        </mc:Fallback>
      </mc:AlternateContent>
      <mc:AlternateContent xmlns:mc="http://schemas.openxmlformats.org/markup-compatibility/2006">
        <mc:Choice xmlns:p14="http://schemas.microsoft.com/office/powerpoint/2010/main" Requires="p14">
          <p:contentPart p14:bwMode="auto" r:id="rId3">
            <p14:nvContentPartPr>
              <p14:cNvPr id="1048822" name=""/>
              <p14:cNvContentPartPr/>
              <p14:nvPr/>
            </p14:nvContentPartPr>
            <p14:xfrm>
              <a:off x="10809291" y="845187"/>
              <a:ext cx="1094730" cy="1205049"/>
            </p14:xfrm>
          </p:contentPart>
        </mc:Choice>
        <mc:Fallback>
          <p:sp>
            <p:nvSpPr>
              <p:cNvPr id="1048822" name=""/>
              <p:cNvSpPr/>
              <p:nvPr/>
            </p:nvSpPr>
            <p:spPr>
              <a:xfrm>
                <a:off x="10809291" y="845187"/>
                <a:ext cx="1094730" cy="1205049"/>
              </a:xfrm>
            </p:spPr>
          </p:sp>
        </mc:Fallback>
      </mc:AlternateContent>
      <mc:AlternateContent xmlns:mc="http://schemas.openxmlformats.org/markup-compatibility/2006">
        <mc:Choice xmlns:p14="http://schemas.microsoft.com/office/powerpoint/2010/main" Requires="p14">
          <p:contentPart p14:bwMode="auto" r:id="rId4">
            <p14:nvContentPartPr>
              <p14:cNvPr id="1048823" name=""/>
              <p14:cNvContentPartPr/>
              <p14:nvPr/>
            </p14:nvContentPartPr>
            <p14:xfrm>
              <a:off x="11128861" y="943510"/>
              <a:ext cx="176414" cy="2197684"/>
            </p14:xfrm>
          </p:contentPart>
        </mc:Choice>
        <mc:Fallback>
          <p:sp>
            <p:nvSpPr>
              <p:cNvPr id="1048823" name=""/>
              <p:cNvSpPr/>
              <p:nvPr/>
            </p:nvSpPr>
            <p:spPr>
              <a:xfrm>
                <a:off x="11128861" y="943510"/>
                <a:ext cx="176414" cy="2197684"/>
              </a:xfrm>
            </p:spPr>
          </p:sp>
        </mc:Fallback>
      </mc:AlternateContent>
    </p:spTree>
  </p:cSld>
  <p:clrMapOvr>
    <a:masterClrMapping/>
  </p:clrMapOvr>
</p:sld>
</file>

<file path=ppt/theme/theme1.xml><?xml version="1.0" encoding="utf-8"?>
<a:theme xmlns:a="http://schemas.openxmlformats.org/drawingml/2006/main" name="WPS">
  <a:themeElements>
    <a:clrScheme name="WPS">
      <a:dk1>
        <a:sysClr lastClr="000000" val="windowText"/>
      </a:dk1>
      <a:lt1>
        <a:sysClr lastClr="FFFFFF" val="window"/>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algn="ctr" blurRad="101600" dir="5400000" dist="50800" rotWithShape="0">
              <a:schemeClr val="phClr">
                <a:alpha val="60000"/>
              </a:schemeClr>
            </a:outerShdw>
          </a:effectLst>
        </a:effectStyle>
        <a:effectStyle>
          <a:effectLst>
            <a:reflection algn="bl" dir="5400000" dist="25400" endA="300" endPos="40000" rotWithShape="0" stA="50000" sy="-100000"/>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WPS 演示</Application>
  <ScaleCrop>0</ScaleCrop>
  <LinksUpToDate>0</LinksUpToDate>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creator>PHN110</dc:creator>
  <cp:lastModifiedBy>安毅</cp:lastModifiedBy>
  <dcterms:created xsi:type="dcterms:W3CDTF">2023-08-08T20:44:00Z</dcterms:created>
  <dcterms:modified xsi:type="dcterms:W3CDTF">2024-11-12T02:39:49Z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6b6257d1d5ec4a539caa31f5bd29d3c3_23</vt:lpwstr>
  </property>
  <property fmtid="{D5CDD505-2E9C-101B-9397-08002B2CF9AE}" pid="3" name="KSOProductBuildVer">
    <vt:lpwstr>2052-12.1.0.18608</vt:lpwstr>
  </property>
</Properties>
</file>